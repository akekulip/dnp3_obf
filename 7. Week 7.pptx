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56" r:id="rId5"/>
    <p:sldId id="257" r:id="rId6"/>
    <p:sldId id="285" r:id="rId7"/>
    <p:sldId id="288" r:id="rId8"/>
    <p:sldId id="289" r:id="rId9"/>
    <p:sldId id="292" r:id="rId10"/>
    <p:sldId id="291" r:id="rId11"/>
    <p:sldId id="264" r:id="rId12"/>
    <p:sldId id="290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F37B82-0F13-489F-9747-9865B28506AF}" v="29" dt="2026-07-07T17:01:49.0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 Akekudaga" userId="S::philip.akekudaga@uri.edu::18af750e-923d-4291-9c3b-8bea9b77e6b1" providerId="AD" clId="Web-{6480EF93-56E4-618F-D69D-6A6B9CB0322C}"/>
    <pc:docChg chg="modSld">
      <pc:chgData name="Philip Akekudaga" userId="S::philip.akekudaga@uri.edu::18af750e-923d-4291-9c3b-8bea9b77e6b1" providerId="AD" clId="Web-{6480EF93-56E4-618F-D69D-6A6B9CB0322C}" dt="2026-06-08T18:32:20.336" v="9" actId="20577"/>
      <pc:docMkLst>
        <pc:docMk/>
      </pc:docMkLst>
      <pc:sldChg chg="modSp">
        <pc:chgData name="Philip Akekudaga" userId="S::philip.akekudaga@uri.edu::18af750e-923d-4291-9c3b-8bea9b77e6b1" providerId="AD" clId="Web-{6480EF93-56E4-618F-D69D-6A6B9CB0322C}" dt="2026-06-08T18:32:20.336" v="9" actId="20577"/>
        <pc:sldMkLst>
          <pc:docMk/>
          <pc:sldMk cId="109857222" sldId="256"/>
        </pc:sldMkLst>
        <pc:spChg chg="mod">
          <ac:chgData name="Philip Akekudaga" userId="S::philip.akekudaga@uri.edu::18af750e-923d-4291-9c3b-8bea9b77e6b1" providerId="AD" clId="Web-{6480EF93-56E4-618F-D69D-6A6B9CB0322C}" dt="2026-06-08T18:32:20.336" v="9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Philip Akekudaga" userId="S::philip.akekudaga@uri.edu::18af750e-923d-4291-9c3b-8bea9b77e6b1" providerId="AD" clId="Web-{90B8D498-F245-3392-63DB-DF65E9BC37F3}"/>
    <pc:docChg chg="addSld delSld modSld sldOrd">
      <pc:chgData name="Philip Akekudaga" userId="S::philip.akekudaga@uri.edu::18af750e-923d-4291-9c3b-8bea9b77e6b1" providerId="AD" clId="Web-{90B8D498-F245-3392-63DB-DF65E9BC37F3}" dt="2026-06-30T15:33:16.565" v="81" actId="14100"/>
      <pc:docMkLst>
        <pc:docMk/>
      </pc:docMkLst>
      <pc:sldChg chg="modSp">
        <pc:chgData name="Philip Akekudaga" userId="S::philip.akekudaga@uri.edu::18af750e-923d-4291-9c3b-8bea9b77e6b1" providerId="AD" clId="Web-{90B8D498-F245-3392-63DB-DF65E9BC37F3}" dt="2026-06-30T15:33:16.565" v="81" actId="14100"/>
        <pc:sldMkLst>
          <pc:docMk/>
          <pc:sldMk cId="109857222" sldId="256"/>
        </pc:sldMkLst>
        <pc:spChg chg="mod">
          <ac:chgData name="Philip Akekudaga" userId="S::philip.akekudaga@uri.edu::18af750e-923d-4291-9c3b-8bea9b77e6b1" providerId="AD" clId="Web-{90B8D498-F245-3392-63DB-DF65E9BC37F3}" dt="2026-06-30T15:33:16.565" v="81" actId="14100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Philip Akekudaga" userId="S::philip.akekudaga@uri.edu::18af750e-923d-4291-9c3b-8bea9b77e6b1" providerId="AD" clId="Web-{90B8D498-F245-3392-63DB-DF65E9BC37F3}" dt="2026-06-30T14:37:06.765" v="4" actId="20577"/>
        <pc:sldMkLst>
          <pc:docMk/>
          <pc:sldMk cId="278999287" sldId="257"/>
        </pc:sldMkLst>
        <pc:spChg chg="mod">
          <ac:chgData name="Philip Akekudaga" userId="S::philip.akekudaga@uri.edu::18af750e-923d-4291-9c3b-8bea9b77e6b1" providerId="AD" clId="Web-{90B8D498-F245-3392-63DB-DF65E9BC37F3}" dt="2026-06-30T14:37:06.765" v="4" actId="20577"/>
          <ac:spMkLst>
            <pc:docMk/>
            <pc:sldMk cId="278999287" sldId="257"/>
            <ac:spMk id="3" creationId="{1E5B62F5-1201-D5F5-C3FD-DD631A796FE4}"/>
          </ac:spMkLst>
        </pc:spChg>
      </pc:sldChg>
      <pc:sldChg chg="modSp">
        <pc:chgData name="Philip Akekudaga" userId="S::philip.akekudaga@uri.edu::18af750e-923d-4291-9c3b-8bea9b77e6b1" providerId="AD" clId="Web-{90B8D498-F245-3392-63DB-DF65E9BC37F3}" dt="2026-06-30T14:45:21.205" v="30"/>
        <pc:sldMkLst>
          <pc:docMk/>
          <pc:sldMk cId="0" sldId="264"/>
        </pc:sldMkLst>
      </pc:sldChg>
      <pc:sldChg chg="modSp">
        <pc:chgData name="Philip Akekudaga" userId="S::philip.akekudaga@uri.edu::18af750e-923d-4291-9c3b-8bea9b77e6b1" providerId="AD" clId="Web-{90B8D498-F245-3392-63DB-DF65E9BC37F3}" dt="2026-06-30T15:29:59.417" v="77" actId="20577"/>
        <pc:sldMkLst>
          <pc:docMk/>
          <pc:sldMk cId="1558299107" sldId="285"/>
        </pc:sldMkLst>
        <pc:spChg chg="mod">
          <ac:chgData name="Philip Akekudaga" userId="S::philip.akekudaga@uri.edu::18af750e-923d-4291-9c3b-8bea9b77e6b1" providerId="AD" clId="Web-{90B8D498-F245-3392-63DB-DF65E9BC37F3}" dt="2026-06-30T15:23:58.357" v="33" actId="20577"/>
          <ac:spMkLst>
            <pc:docMk/>
            <pc:sldMk cId="1558299107" sldId="285"/>
            <ac:spMk id="2" creationId="{18477701-CB05-370B-372F-9D5EC539CC56}"/>
          </ac:spMkLst>
        </pc:spChg>
        <pc:spChg chg="mod">
          <ac:chgData name="Philip Akekudaga" userId="S::philip.akekudaga@uri.edu::18af750e-923d-4291-9c3b-8bea9b77e6b1" providerId="AD" clId="Web-{90B8D498-F245-3392-63DB-DF65E9BC37F3}" dt="2026-06-30T15:29:59.417" v="77" actId="20577"/>
          <ac:spMkLst>
            <pc:docMk/>
            <pc:sldMk cId="1558299107" sldId="285"/>
            <ac:spMk id="4" creationId="{13BDAF52-A669-00B6-AE82-B1254C97875C}"/>
          </ac:spMkLst>
        </pc:spChg>
      </pc:sldChg>
      <pc:sldChg chg="modSp">
        <pc:chgData name="Philip Akekudaga" userId="S::philip.akekudaga@uri.edu::18af750e-923d-4291-9c3b-8bea9b77e6b1" providerId="AD" clId="Web-{90B8D498-F245-3392-63DB-DF65E9BC37F3}" dt="2026-06-30T15:24:01.685" v="34" actId="20577"/>
        <pc:sldMkLst>
          <pc:docMk/>
          <pc:sldMk cId="2641576297" sldId="288"/>
        </pc:sldMkLst>
        <pc:spChg chg="mod">
          <ac:chgData name="Philip Akekudaga" userId="S::philip.akekudaga@uri.edu::18af750e-923d-4291-9c3b-8bea9b77e6b1" providerId="AD" clId="Web-{90B8D498-F245-3392-63DB-DF65E9BC37F3}" dt="2026-06-30T15:24:01.685" v="34" actId="20577"/>
          <ac:spMkLst>
            <pc:docMk/>
            <pc:sldMk cId="2641576297" sldId="288"/>
            <ac:spMk id="4" creationId="{4762CDEE-4116-CD69-2D68-DB11E980238C}"/>
          </ac:spMkLst>
        </pc:spChg>
      </pc:sldChg>
      <pc:sldChg chg="modSp">
        <pc:chgData name="Philip Akekudaga" userId="S::philip.akekudaga@uri.edu::18af750e-923d-4291-9c3b-8bea9b77e6b1" providerId="AD" clId="Web-{90B8D498-F245-3392-63DB-DF65E9BC37F3}" dt="2026-06-30T15:24:05.044" v="35" actId="20577"/>
        <pc:sldMkLst>
          <pc:docMk/>
          <pc:sldMk cId="3416655341" sldId="289"/>
        </pc:sldMkLst>
        <pc:spChg chg="mod">
          <ac:chgData name="Philip Akekudaga" userId="S::philip.akekudaga@uri.edu::18af750e-923d-4291-9c3b-8bea9b77e6b1" providerId="AD" clId="Web-{90B8D498-F245-3392-63DB-DF65E9BC37F3}" dt="2026-06-30T15:24:05.044" v="35" actId="20577"/>
          <ac:spMkLst>
            <pc:docMk/>
            <pc:sldMk cId="3416655341" sldId="289"/>
            <ac:spMk id="4" creationId="{11243063-068B-B554-05CA-8644C5D75BA8}"/>
          </ac:spMkLst>
        </pc:spChg>
      </pc:sldChg>
    </pc:docChg>
  </pc:docChgLst>
  <pc:docChgLst>
    <pc:chgData name="Philip Akekudaga" userId="18af750e-923d-4291-9c3b-8bea9b77e6b1" providerId="ADAL" clId="{7065B8C1-BE78-4102-BA31-42781D5E8F50}"/>
    <pc:docChg chg="undo custSel addSld delSld modSld sldOrd">
      <pc:chgData name="Philip Akekudaga" userId="18af750e-923d-4291-9c3b-8bea9b77e6b1" providerId="ADAL" clId="{7065B8C1-BE78-4102-BA31-42781D5E8F50}" dt="2026-07-07T17:02:27.130" v="6593" actId="1076"/>
      <pc:docMkLst>
        <pc:docMk/>
      </pc:docMkLst>
      <pc:sldChg chg="modSp mod">
        <pc:chgData name="Philip Akekudaga" userId="18af750e-923d-4291-9c3b-8bea9b77e6b1" providerId="ADAL" clId="{7065B8C1-BE78-4102-BA31-42781D5E8F50}" dt="2026-07-06T19:46:34.559" v="5043" actId="27636"/>
        <pc:sldMkLst>
          <pc:docMk/>
          <pc:sldMk cId="109857222" sldId="256"/>
        </pc:sldMkLst>
        <pc:spChg chg="mod">
          <ac:chgData name="Philip Akekudaga" userId="18af750e-923d-4291-9c3b-8bea9b77e6b1" providerId="ADAL" clId="{7065B8C1-BE78-4102-BA31-42781D5E8F50}" dt="2026-07-06T19:46:34.559" v="5043" actId="27636"/>
          <ac:spMkLst>
            <pc:docMk/>
            <pc:sldMk cId="109857222" sldId="256"/>
            <ac:spMk id="2" creationId="{00000000-0000-0000-0000-000000000000}"/>
          </ac:spMkLst>
        </pc:spChg>
      </pc:sldChg>
      <pc:sldChg chg="modSp mod ord">
        <pc:chgData name="Philip Akekudaga" userId="18af750e-923d-4291-9c3b-8bea9b77e6b1" providerId="ADAL" clId="{7065B8C1-BE78-4102-BA31-42781D5E8F50}" dt="2026-07-07T16:57:46.482" v="6584" actId="20577"/>
        <pc:sldMkLst>
          <pc:docMk/>
          <pc:sldMk cId="278999287" sldId="257"/>
        </pc:sldMkLst>
        <pc:spChg chg="mod">
          <ac:chgData name="Philip Akekudaga" userId="18af750e-923d-4291-9c3b-8bea9b77e6b1" providerId="ADAL" clId="{7065B8C1-BE78-4102-BA31-42781D5E8F50}" dt="2026-07-07T16:57:46.482" v="6584" actId="20577"/>
          <ac:spMkLst>
            <pc:docMk/>
            <pc:sldMk cId="278999287" sldId="257"/>
            <ac:spMk id="3" creationId="{1E5B62F5-1201-D5F5-C3FD-DD631A796FE4}"/>
          </ac:spMkLst>
        </pc:spChg>
      </pc:sldChg>
      <pc:sldChg chg="del">
        <pc:chgData name="Philip Akekudaga" userId="18af750e-923d-4291-9c3b-8bea9b77e6b1" providerId="ADAL" clId="{7065B8C1-BE78-4102-BA31-42781D5E8F50}" dt="2026-07-06T20:42:46.569" v="6026" actId="2696"/>
        <pc:sldMkLst>
          <pc:docMk/>
          <pc:sldMk cId="1782334547" sldId="258"/>
        </pc:sldMkLst>
      </pc:sldChg>
      <pc:sldChg chg="addSp delSp modSp mod">
        <pc:chgData name="Philip Akekudaga" userId="18af750e-923d-4291-9c3b-8bea9b77e6b1" providerId="ADAL" clId="{7065B8C1-BE78-4102-BA31-42781D5E8F50}" dt="2026-07-07T13:40:10.565" v="6082" actId="1076"/>
        <pc:sldMkLst>
          <pc:docMk/>
          <pc:sldMk cId="0" sldId="264"/>
        </pc:sldMkLst>
        <pc:spChg chg="mod">
          <ac:chgData name="Philip Akekudaga" userId="18af750e-923d-4291-9c3b-8bea9b77e6b1" providerId="ADAL" clId="{7065B8C1-BE78-4102-BA31-42781D5E8F50}" dt="2026-07-06T20:12:26.547" v="5302" actId="20577"/>
          <ac:spMkLst>
            <pc:docMk/>
            <pc:sldMk cId="0" sldId="264"/>
            <ac:spMk id="2" creationId="{00000000-0000-0000-0000-000000000000}"/>
          </ac:spMkLst>
        </pc:spChg>
        <pc:spChg chg="add mod">
          <ac:chgData name="Philip Akekudaga" userId="18af750e-923d-4291-9c3b-8bea9b77e6b1" providerId="ADAL" clId="{7065B8C1-BE78-4102-BA31-42781D5E8F50}" dt="2026-07-06T20:13:43.433" v="5305"/>
          <ac:spMkLst>
            <pc:docMk/>
            <pc:sldMk cId="0" sldId="264"/>
            <ac:spMk id="3" creationId="{365E4195-8D7E-A2CF-1DB3-39891BE2535A}"/>
          </ac:spMkLst>
        </pc:spChg>
        <pc:spChg chg="add mod">
          <ac:chgData name="Philip Akekudaga" userId="18af750e-923d-4291-9c3b-8bea9b77e6b1" providerId="ADAL" clId="{7065B8C1-BE78-4102-BA31-42781D5E8F50}" dt="2026-07-06T20:21:39.767" v="5467" actId="27636"/>
          <ac:spMkLst>
            <pc:docMk/>
            <pc:sldMk cId="0" sldId="264"/>
            <ac:spMk id="4" creationId="{E6A67529-9AE4-202C-1AB1-B0107BB2380D}"/>
          </ac:spMkLst>
        </pc:spChg>
        <pc:spChg chg="del">
          <ac:chgData name="Philip Akekudaga" userId="18af750e-923d-4291-9c3b-8bea9b77e6b1" providerId="ADAL" clId="{7065B8C1-BE78-4102-BA31-42781D5E8F50}" dt="2026-07-06T20:13:32.418" v="5303" actId="478"/>
          <ac:spMkLst>
            <pc:docMk/>
            <pc:sldMk cId="0" sldId="264"/>
            <ac:spMk id="24" creationId="{00000000-0000-0000-0000-000000000000}"/>
          </ac:spMkLst>
        </pc:spChg>
        <pc:spChg chg="del">
          <ac:chgData name="Philip Akekudaga" userId="18af750e-923d-4291-9c3b-8bea9b77e6b1" providerId="ADAL" clId="{7065B8C1-BE78-4102-BA31-42781D5E8F50}" dt="2026-07-06T20:13:35.490" v="5304" actId="478"/>
          <ac:spMkLst>
            <pc:docMk/>
            <pc:sldMk cId="0" sldId="264"/>
            <ac:spMk id="25" creationId="{00000000-0000-0000-0000-000000000000}"/>
          </ac:spMkLst>
        </pc:spChg>
        <pc:spChg chg="del">
          <ac:chgData name="Philip Akekudaga" userId="18af750e-923d-4291-9c3b-8bea9b77e6b1" providerId="ADAL" clId="{7065B8C1-BE78-4102-BA31-42781D5E8F50}" dt="2026-07-06T20:13:32.418" v="5303" actId="478"/>
          <ac:spMkLst>
            <pc:docMk/>
            <pc:sldMk cId="0" sldId="264"/>
            <ac:spMk id="26" creationId="{00000000-0000-0000-0000-000000000000}"/>
          </ac:spMkLst>
        </pc:spChg>
        <pc:spChg chg="del">
          <ac:chgData name="Philip Akekudaga" userId="18af750e-923d-4291-9c3b-8bea9b77e6b1" providerId="ADAL" clId="{7065B8C1-BE78-4102-BA31-42781D5E8F50}" dt="2026-07-06T20:13:35.490" v="5304" actId="478"/>
          <ac:spMkLst>
            <pc:docMk/>
            <pc:sldMk cId="0" sldId="264"/>
            <ac:spMk id="27" creationId="{00000000-0000-0000-0000-000000000000}"/>
          </ac:spMkLst>
        </pc:spChg>
        <pc:spChg chg="add mod">
          <ac:chgData name="Philip Akekudaga" userId="18af750e-923d-4291-9c3b-8bea9b77e6b1" providerId="ADAL" clId="{7065B8C1-BE78-4102-BA31-42781D5E8F50}" dt="2026-07-06T20:19:48.134" v="5455" actId="164"/>
          <ac:spMkLst>
            <pc:docMk/>
            <pc:sldMk cId="0" sldId="264"/>
            <ac:spMk id="29" creationId="{909205CC-15C0-390B-1B7F-B0AF1BF71395}"/>
          </ac:spMkLst>
        </pc:spChg>
        <pc:grpChg chg="del">
          <ac:chgData name="Philip Akekudaga" userId="18af750e-923d-4291-9c3b-8bea9b77e6b1" providerId="ADAL" clId="{7065B8C1-BE78-4102-BA31-42781D5E8F50}" dt="2026-07-06T20:13:32.418" v="5303" actId="478"/>
          <ac:grpSpMkLst>
            <pc:docMk/>
            <pc:sldMk cId="0" sldId="264"/>
            <ac:grpSpMk id="28" creationId="{F03394FA-33BB-1085-8E80-FCC4A6922B37}"/>
          </ac:grpSpMkLst>
        </pc:grpChg>
        <pc:grpChg chg="add mod">
          <ac:chgData name="Philip Akekudaga" userId="18af750e-923d-4291-9c3b-8bea9b77e6b1" providerId="ADAL" clId="{7065B8C1-BE78-4102-BA31-42781D5E8F50}" dt="2026-07-07T13:40:10.565" v="6082" actId="1076"/>
          <ac:grpSpMkLst>
            <pc:docMk/>
            <pc:sldMk cId="0" sldId="264"/>
            <ac:grpSpMk id="30" creationId="{6DA435E6-1C9F-30AD-0407-52E4D7BA86FB}"/>
          </ac:grpSpMkLst>
        </pc:grpChg>
        <pc:picChg chg="add mod">
          <ac:chgData name="Philip Akekudaga" userId="18af750e-923d-4291-9c3b-8bea9b77e6b1" providerId="ADAL" clId="{7065B8C1-BE78-4102-BA31-42781D5E8F50}" dt="2026-07-06T20:19:48.134" v="5455" actId="164"/>
          <ac:picMkLst>
            <pc:docMk/>
            <pc:sldMk cId="0" sldId="264"/>
            <ac:picMk id="6" creationId="{F7EED2E3-ED11-5717-0974-0B9F00AB4288}"/>
          </ac:picMkLst>
        </pc:picChg>
      </pc:sldChg>
      <pc:sldChg chg="delSp modSp del mod">
        <pc:chgData name="Philip Akekudaga" userId="18af750e-923d-4291-9c3b-8bea9b77e6b1" providerId="ADAL" clId="{7065B8C1-BE78-4102-BA31-42781D5E8F50}" dt="2026-07-07T13:21:44.951" v="6054" actId="2696"/>
        <pc:sldMkLst>
          <pc:docMk/>
          <pc:sldMk cId="0" sldId="265"/>
        </pc:sldMkLst>
        <pc:spChg chg="del">
          <ac:chgData name="Philip Akekudaga" userId="18af750e-923d-4291-9c3b-8bea9b77e6b1" providerId="ADAL" clId="{7065B8C1-BE78-4102-BA31-42781D5E8F50}" dt="2026-07-06T20:41:42.027" v="6023" actId="478"/>
          <ac:spMkLst>
            <pc:docMk/>
            <pc:sldMk cId="0" sldId="265"/>
            <ac:spMk id="7" creationId="{00000000-0000-0000-0000-000000000000}"/>
          </ac:spMkLst>
        </pc:spChg>
        <pc:spChg chg="mod">
          <ac:chgData name="Philip Akekudaga" userId="18af750e-923d-4291-9c3b-8bea9b77e6b1" providerId="ADAL" clId="{7065B8C1-BE78-4102-BA31-42781D5E8F50}" dt="2026-07-06T20:41:48.500" v="6025" actId="1076"/>
          <ac:spMkLst>
            <pc:docMk/>
            <pc:sldMk cId="0" sldId="265"/>
            <ac:spMk id="8" creationId="{00000000-0000-0000-0000-000000000000}"/>
          </ac:spMkLst>
        </pc:spChg>
        <pc:spChg chg="del">
          <ac:chgData name="Philip Akekudaga" userId="18af750e-923d-4291-9c3b-8bea9b77e6b1" providerId="ADAL" clId="{7065B8C1-BE78-4102-BA31-42781D5E8F50}" dt="2026-07-06T20:41:42.027" v="6023" actId="478"/>
          <ac:spMkLst>
            <pc:docMk/>
            <pc:sldMk cId="0" sldId="265"/>
            <ac:spMk id="9" creationId="{00000000-0000-0000-0000-000000000000}"/>
          </ac:spMkLst>
        </pc:spChg>
        <pc:spChg chg="del mod">
          <ac:chgData name="Philip Akekudaga" userId="18af750e-923d-4291-9c3b-8bea9b77e6b1" providerId="ADAL" clId="{7065B8C1-BE78-4102-BA31-42781D5E8F50}" dt="2026-07-06T20:41:44.427" v="6024" actId="478"/>
          <ac:spMkLst>
            <pc:docMk/>
            <pc:sldMk cId="0" sldId="265"/>
            <ac:spMk id="10" creationId="{00000000-0000-0000-0000-000000000000}"/>
          </ac:spMkLst>
        </pc:spChg>
      </pc:sldChg>
      <pc:sldChg chg="modSp mod">
        <pc:chgData name="Philip Akekudaga" userId="18af750e-923d-4291-9c3b-8bea9b77e6b1" providerId="ADAL" clId="{7065B8C1-BE78-4102-BA31-42781D5E8F50}" dt="2026-07-07T16:29:14.848" v="6572" actId="20577"/>
        <pc:sldMkLst>
          <pc:docMk/>
          <pc:sldMk cId="3527997232" sldId="269"/>
        </pc:sldMkLst>
        <pc:spChg chg="mod">
          <ac:chgData name="Philip Akekudaga" userId="18af750e-923d-4291-9c3b-8bea9b77e6b1" providerId="ADAL" clId="{7065B8C1-BE78-4102-BA31-42781D5E8F50}" dt="2026-07-07T16:29:14.848" v="6572" actId="20577"/>
          <ac:spMkLst>
            <pc:docMk/>
            <pc:sldMk cId="3527997232" sldId="269"/>
            <ac:spMk id="2" creationId="{7DDAB65A-CBF2-C781-2639-F172F91A3806}"/>
          </ac:spMkLst>
        </pc:spChg>
        <pc:spChg chg="mod">
          <ac:chgData name="Philip Akekudaga" userId="18af750e-923d-4291-9c3b-8bea9b77e6b1" providerId="ADAL" clId="{7065B8C1-BE78-4102-BA31-42781D5E8F50}" dt="2026-07-07T15:16:37.436" v="6555" actId="20577"/>
          <ac:spMkLst>
            <pc:docMk/>
            <pc:sldMk cId="3527997232" sldId="269"/>
            <ac:spMk id="5" creationId="{57635616-9744-5F5E-69C8-6D5710F25488}"/>
          </ac:spMkLst>
        </pc:spChg>
      </pc:sldChg>
      <pc:sldChg chg="del">
        <pc:chgData name="Philip Akekudaga" userId="18af750e-923d-4291-9c3b-8bea9b77e6b1" providerId="ADAL" clId="{7065B8C1-BE78-4102-BA31-42781D5E8F50}" dt="2026-07-06T20:42:51.036" v="6027" actId="2696"/>
        <pc:sldMkLst>
          <pc:docMk/>
          <pc:sldMk cId="3140784672" sldId="281"/>
        </pc:sldMkLst>
      </pc:sldChg>
      <pc:sldChg chg="addSp delSp modSp mod">
        <pc:chgData name="Philip Akekudaga" userId="18af750e-923d-4291-9c3b-8bea9b77e6b1" providerId="ADAL" clId="{7065B8C1-BE78-4102-BA31-42781D5E8F50}" dt="2026-07-07T15:33:28.534" v="6559" actId="1076"/>
        <pc:sldMkLst>
          <pc:docMk/>
          <pc:sldMk cId="1558299107" sldId="285"/>
        </pc:sldMkLst>
        <pc:spChg chg="mod">
          <ac:chgData name="Philip Akekudaga" userId="18af750e-923d-4291-9c3b-8bea9b77e6b1" providerId="ADAL" clId="{7065B8C1-BE78-4102-BA31-42781D5E8F50}" dt="2026-07-07T13:50:15.723" v="6094" actId="1076"/>
          <ac:spMkLst>
            <pc:docMk/>
            <pc:sldMk cId="1558299107" sldId="285"/>
            <ac:spMk id="2" creationId="{18477701-CB05-370B-372F-9D5EC539CC56}"/>
          </ac:spMkLst>
        </pc:spChg>
        <pc:spChg chg="del mod">
          <ac:chgData name="Philip Akekudaga" userId="18af750e-923d-4291-9c3b-8bea9b77e6b1" providerId="ADAL" clId="{7065B8C1-BE78-4102-BA31-42781D5E8F50}" dt="2026-07-06T19:49:46.429" v="5095" actId="478"/>
          <ac:spMkLst>
            <pc:docMk/>
            <pc:sldMk cId="1558299107" sldId="285"/>
            <ac:spMk id="3" creationId="{8E64E748-7A3C-75A7-9466-5B888BFECF16}"/>
          </ac:spMkLst>
        </pc:spChg>
        <pc:spChg chg="mod">
          <ac:chgData name="Philip Akekudaga" userId="18af750e-923d-4291-9c3b-8bea9b77e6b1" providerId="ADAL" clId="{7065B8C1-BE78-4102-BA31-42781D5E8F50}" dt="2026-07-07T15:07:34.639" v="6396" actId="1076"/>
          <ac:spMkLst>
            <pc:docMk/>
            <pc:sldMk cId="1558299107" sldId="285"/>
            <ac:spMk id="4" creationId="{13BDAF52-A669-00B6-AE82-B1254C97875C}"/>
          </ac:spMkLst>
        </pc:spChg>
        <pc:spChg chg="add mod">
          <ac:chgData name="Philip Akekudaga" userId="18af750e-923d-4291-9c3b-8bea9b77e6b1" providerId="ADAL" clId="{7065B8C1-BE78-4102-BA31-42781D5E8F50}" dt="2026-07-07T15:07:44.292" v="6397" actId="1076"/>
          <ac:spMkLst>
            <pc:docMk/>
            <pc:sldMk cId="1558299107" sldId="285"/>
            <ac:spMk id="5" creationId="{1D2A1447-903A-DD17-25BE-61D9F097B637}"/>
          </ac:spMkLst>
        </pc:spChg>
        <pc:spChg chg="add mod">
          <ac:chgData name="Philip Akekudaga" userId="18af750e-923d-4291-9c3b-8bea9b77e6b1" providerId="ADAL" clId="{7065B8C1-BE78-4102-BA31-42781D5E8F50}" dt="2026-07-07T15:07:44.292" v="6397" actId="1076"/>
          <ac:spMkLst>
            <pc:docMk/>
            <pc:sldMk cId="1558299107" sldId="285"/>
            <ac:spMk id="6" creationId="{A14885C7-D1E8-61EE-258B-D48AD5B28A89}"/>
          </ac:spMkLst>
        </pc:spChg>
        <pc:spChg chg="add mod">
          <ac:chgData name="Philip Akekudaga" userId="18af750e-923d-4291-9c3b-8bea9b77e6b1" providerId="ADAL" clId="{7065B8C1-BE78-4102-BA31-42781D5E8F50}" dt="2026-07-07T15:07:44.292" v="6397" actId="1076"/>
          <ac:spMkLst>
            <pc:docMk/>
            <pc:sldMk cId="1558299107" sldId="285"/>
            <ac:spMk id="7" creationId="{F378EC80-83D7-9324-7BDC-55721641D04F}"/>
          </ac:spMkLst>
        </pc:spChg>
        <pc:spChg chg="add mod">
          <ac:chgData name="Philip Akekudaga" userId="18af750e-923d-4291-9c3b-8bea9b77e6b1" providerId="ADAL" clId="{7065B8C1-BE78-4102-BA31-42781D5E8F50}" dt="2026-07-07T15:07:44.292" v="6397" actId="1076"/>
          <ac:spMkLst>
            <pc:docMk/>
            <pc:sldMk cId="1558299107" sldId="285"/>
            <ac:spMk id="8" creationId="{BE70D10E-33BF-F708-775E-6F8A209DD24C}"/>
          </ac:spMkLst>
        </pc:spChg>
        <pc:spChg chg="add mod">
          <ac:chgData name="Philip Akekudaga" userId="18af750e-923d-4291-9c3b-8bea9b77e6b1" providerId="ADAL" clId="{7065B8C1-BE78-4102-BA31-42781D5E8F50}" dt="2026-07-07T15:07:01.773" v="6392" actId="1076"/>
          <ac:spMkLst>
            <pc:docMk/>
            <pc:sldMk cId="1558299107" sldId="285"/>
            <ac:spMk id="9" creationId="{4C228C94-8FC7-5BC9-E6FF-EC048550EBF3}"/>
          </ac:spMkLst>
        </pc:spChg>
        <pc:spChg chg="add mod">
          <ac:chgData name="Philip Akekudaga" userId="18af750e-923d-4291-9c3b-8bea9b77e6b1" providerId="ADAL" clId="{7065B8C1-BE78-4102-BA31-42781D5E8F50}" dt="2026-07-07T15:07:01.773" v="6392" actId="1076"/>
          <ac:spMkLst>
            <pc:docMk/>
            <pc:sldMk cId="1558299107" sldId="285"/>
            <ac:spMk id="10" creationId="{0395D86E-D236-2B50-090D-41481A22146A}"/>
          </ac:spMkLst>
        </pc:spChg>
        <pc:spChg chg="add mod">
          <ac:chgData name="Philip Akekudaga" userId="18af750e-923d-4291-9c3b-8bea9b77e6b1" providerId="ADAL" clId="{7065B8C1-BE78-4102-BA31-42781D5E8F50}" dt="2026-07-07T15:07:01.773" v="6392" actId="1076"/>
          <ac:spMkLst>
            <pc:docMk/>
            <pc:sldMk cId="1558299107" sldId="285"/>
            <ac:spMk id="11" creationId="{F4844FF2-5B19-7CE3-A281-621A43FA548E}"/>
          </ac:spMkLst>
        </pc:spChg>
        <pc:picChg chg="add mod">
          <ac:chgData name="Philip Akekudaga" userId="18af750e-923d-4291-9c3b-8bea9b77e6b1" providerId="ADAL" clId="{7065B8C1-BE78-4102-BA31-42781D5E8F50}" dt="2026-07-07T15:33:28.534" v="6559" actId="1076"/>
          <ac:picMkLst>
            <pc:docMk/>
            <pc:sldMk cId="1558299107" sldId="285"/>
            <ac:picMk id="12" creationId="{C2560161-F7B9-CCD9-35F0-EADDB3163A04}"/>
          </ac:picMkLst>
        </pc:picChg>
      </pc:sldChg>
      <pc:sldChg chg="del">
        <pc:chgData name="Philip Akekudaga" userId="18af750e-923d-4291-9c3b-8bea9b77e6b1" providerId="ADAL" clId="{7065B8C1-BE78-4102-BA31-42781D5E8F50}" dt="2026-07-07T13:21:44.951" v="6054" actId="2696"/>
        <pc:sldMkLst>
          <pc:docMk/>
          <pc:sldMk cId="0" sldId="287"/>
        </pc:sldMkLst>
      </pc:sldChg>
      <pc:sldChg chg="addSp delSp modSp mod">
        <pc:chgData name="Philip Akekudaga" userId="18af750e-923d-4291-9c3b-8bea9b77e6b1" providerId="ADAL" clId="{7065B8C1-BE78-4102-BA31-42781D5E8F50}" dt="2026-07-06T20:10:47.374" v="5220" actId="20577"/>
        <pc:sldMkLst>
          <pc:docMk/>
          <pc:sldMk cId="2641576297" sldId="288"/>
        </pc:sldMkLst>
        <pc:spChg chg="del">
          <ac:chgData name="Philip Akekudaga" userId="18af750e-923d-4291-9c3b-8bea9b77e6b1" providerId="ADAL" clId="{7065B8C1-BE78-4102-BA31-42781D5E8F50}" dt="2026-07-06T19:51:40.187" v="5107" actId="478"/>
          <ac:spMkLst>
            <pc:docMk/>
            <pc:sldMk cId="2641576297" sldId="288"/>
            <ac:spMk id="3" creationId="{C39AC3DD-DEE1-9BB8-7240-09F2520D050D}"/>
          </ac:spMkLst>
        </pc:spChg>
        <pc:spChg chg="mod">
          <ac:chgData name="Philip Akekudaga" userId="18af750e-923d-4291-9c3b-8bea9b77e6b1" providerId="ADAL" clId="{7065B8C1-BE78-4102-BA31-42781D5E8F50}" dt="2026-07-06T19:56:22.776" v="5160"/>
          <ac:spMkLst>
            <pc:docMk/>
            <pc:sldMk cId="2641576297" sldId="288"/>
            <ac:spMk id="4" creationId="{4762CDEE-4116-CD69-2D68-DB11E980238C}"/>
          </ac:spMkLst>
        </pc:spChg>
        <pc:spChg chg="add mod">
          <ac:chgData name="Philip Akekudaga" userId="18af750e-923d-4291-9c3b-8bea9b77e6b1" providerId="ADAL" clId="{7065B8C1-BE78-4102-BA31-42781D5E8F50}" dt="2026-07-06T20:10:47.374" v="5220" actId="20577"/>
          <ac:spMkLst>
            <pc:docMk/>
            <pc:sldMk cId="2641576297" sldId="288"/>
            <ac:spMk id="5" creationId="{178E438E-D2B2-4312-3CA6-F98417FBC0B9}"/>
          </ac:spMkLst>
        </pc:spChg>
        <pc:spChg chg="add mod">
          <ac:chgData name="Philip Akekudaga" userId="18af750e-923d-4291-9c3b-8bea9b77e6b1" providerId="ADAL" clId="{7065B8C1-BE78-4102-BA31-42781D5E8F50}" dt="2026-07-06T20:10:15.820" v="5213" actId="208"/>
          <ac:spMkLst>
            <pc:docMk/>
            <pc:sldMk cId="2641576297" sldId="288"/>
            <ac:spMk id="6" creationId="{EEEFE053-2EE6-8C4B-715C-FB8CE3D7FFFF}"/>
          </ac:spMkLst>
        </pc:spChg>
        <pc:spChg chg="add mod">
          <ac:chgData name="Philip Akekudaga" userId="18af750e-923d-4291-9c3b-8bea9b77e6b1" providerId="ADAL" clId="{7065B8C1-BE78-4102-BA31-42781D5E8F50}" dt="2026-07-06T20:10:15.820" v="5213" actId="208"/>
          <ac:spMkLst>
            <pc:docMk/>
            <pc:sldMk cId="2641576297" sldId="288"/>
            <ac:spMk id="7" creationId="{A0AF89D0-619F-B82D-6483-A1518EA55ECB}"/>
          </ac:spMkLst>
        </pc:spChg>
        <pc:spChg chg="add mod">
          <ac:chgData name="Philip Akekudaga" userId="18af750e-923d-4291-9c3b-8bea9b77e6b1" providerId="ADAL" clId="{7065B8C1-BE78-4102-BA31-42781D5E8F50}" dt="2026-07-06T20:10:15.820" v="5213" actId="208"/>
          <ac:spMkLst>
            <pc:docMk/>
            <pc:sldMk cId="2641576297" sldId="288"/>
            <ac:spMk id="8" creationId="{28C5DA06-E81C-ABDE-AE7C-3F9A0D85E3A3}"/>
          </ac:spMkLst>
        </pc:spChg>
        <pc:spChg chg="add mod">
          <ac:chgData name="Philip Akekudaga" userId="18af750e-923d-4291-9c3b-8bea9b77e6b1" providerId="ADAL" clId="{7065B8C1-BE78-4102-BA31-42781D5E8F50}" dt="2026-07-06T20:10:15.820" v="5213" actId="208"/>
          <ac:spMkLst>
            <pc:docMk/>
            <pc:sldMk cId="2641576297" sldId="288"/>
            <ac:spMk id="9" creationId="{A5EB60C3-FA54-3B6A-8782-0544F66F1617}"/>
          </ac:spMkLst>
        </pc:spChg>
        <pc:spChg chg="add del mod">
          <ac:chgData name="Philip Akekudaga" userId="18af750e-923d-4291-9c3b-8bea9b77e6b1" providerId="ADAL" clId="{7065B8C1-BE78-4102-BA31-42781D5E8F50}" dt="2026-07-06T19:52:41.661" v="5116" actId="478"/>
          <ac:spMkLst>
            <pc:docMk/>
            <pc:sldMk cId="2641576297" sldId="288"/>
            <ac:spMk id="10" creationId="{DEA85A63-25C9-90CF-DE74-0E23EF87F638}"/>
          </ac:spMkLst>
        </pc:spChg>
        <pc:spChg chg="add mod">
          <ac:chgData name="Philip Akekudaga" userId="18af750e-923d-4291-9c3b-8bea9b77e6b1" providerId="ADAL" clId="{7065B8C1-BE78-4102-BA31-42781D5E8F50}" dt="2026-07-06T20:10:15.820" v="5213" actId="208"/>
          <ac:spMkLst>
            <pc:docMk/>
            <pc:sldMk cId="2641576297" sldId="288"/>
            <ac:spMk id="11" creationId="{86B32F1A-96AE-7FFF-31F7-CDB3EC20E3FF}"/>
          </ac:spMkLst>
        </pc:spChg>
        <pc:spChg chg="add mod">
          <ac:chgData name="Philip Akekudaga" userId="18af750e-923d-4291-9c3b-8bea9b77e6b1" providerId="ADAL" clId="{7065B8C1-BE78-4102-BA31-42781D5E8F50}" dt="2026-07-06T20:10:26.577" v="5215" actId="1076"/>
          <ac:spMkLst>
            <pc:docMk/>
            <pc:sldMk cId="2641576297" sldId="288"/>
            <ac:spMk id="12" creationId="{8048EE50-8834-9782-CE9E-DFA298A38400}"/>
          </ac:spMkLst>
        </pc:spChg>
        <pc:spChg chg="add mod">
          <ac:chgData name="Philip Akekudaga" userId="18af750e-923d-4291-9c3b-8bea9b77e6b1" providerId="ADAL" clId="{7065B8C1-BE78-4102-BA31-42781D5E8F50}" dt="2026-07-06T20:10:23.398" v="5214" actId="1076"/>
          <ac:spMkLst>
            <pc:docMk/>
            <pc:sldMk cId="2641576297" sldId="288"/>
            <ac:spMk id="13" creationId="{BCA40FB6-EFAF-80FF-C683-EF8B1BF4FB6D}"/>
          </ac:spMkLst>
        </pc:spChg>
        <pc:spChg chg="add del mod">
          <ac:chgData name="Philip Akekudaga" userId="18af750e-923d-4291-9c3b-8bea9b77e6b1" providerId="ADAL" clId="{7065B8C1-BE78-4102-BA31-42781D5E8F50}" dt="2026-07-06T19:52:43.851" v="5117" actId="478"/>
          <ac:spMkLst>
            <pc:docMk/>
            <pc:sldMk cId="2641576297" sldId="288"/>
            <ac:spMk id="14" creationId="{ADD0EC35-ED5E-D778-BC1D-76228C9C8344}"/>
          </ac:spMkLst>
        </pc:spChg>
        <pc:spChg chg="add mod">
          <ac:chgData name="Philip Akekudaga" userId="18af750e-923d-4291-9c3b-8bea9b77e6b1" providerId="ADAL" clId="{7065B8C1-BE78-4102-BA31-42781D5E8F50}" dt="2026-07-06T20:10:15.820" v="5213" actId="208"/>
          <ac:spMkLst>
            <pc:docMk/>
            <pc:sldMk cId="2641576297" sldId="288"/>
            <ac:spMk id="15" creationId="{FEA62C5B-C5B3-AB77-CF86-C22412AC131F}"/>
          </ac:spMkLst>
        </pc:spChg>
        <pc:spChg chg="add del mod">
          <ac:chgData name="Philip Akekudaga" userId="18af750e-923d-4291-9c3b-8bea9b77e6b1" providerId="ADAL" clId="{7065B8C1-BE78-4102-BA31-42781D5E8F50}" dt="2026-07-06T19:53:44.780" v="5130" actId="478"/>
          <ac:spMkLst>
            <pc:docMk/>
            <pc:sldMk cId="2641576297" sldId="288"/>
            <ac:spMk id="16" creationId="{80EB2EA5-E1FD-A782-39C5-D5E783DF5B6A}"/>
          </ac:spMkLst>
        </pc:spChg>
        <pc:spChg chg="add mod ord">
          <ac:chgData name="Philip Akekudaga" userId="18af750e-923d-4291-9c3b-8bea9b77e6b1" providerId="ADAL" clId="{7065B8C1-BE78-4102-BA31-42781D5E8F50}" dt="2026-07-06T20:10:15.820" v="5213" actId="208"/>
          <ac:spMkLst>
            <pc:docMk/>
            <pc:sldMk cId="2641576297" sldId="288"/>
            <ac:spMk id="17" creationId="{D6663424-A710-6932-3580-424176925FE9}"/>
          </ac:spMkLst>
        </pc:spChg>
        <pc:spChg chg="add del mod">
          <ac:chgData name="Philip Akekudaga" userId="18af750e-923d-4291-9c3b-8bea9b77e6b1" providerId="ADAL" clId="{7065B8C1-BE78-4102-BA31-42781D5E8F50}" dt="2026-07-06T19:54:27.114" v="5141" actId="478"/>
          <ac:spMkLst>
            <pc:docMk/>
            <pc:sldMk cId="2641576297" sldId="288"/>
            <ac:spMk id="18" creationId="{E2058984-1960-8CC8-1EA1-EA60FFD48BDC}"/>
          </ac:spMkLst>
        </pc:spChg>
        <pc:spChg chg="add mod ord">
          <ac:chgData name="Philip Akekudaga" userId="18af750e-923d-4291-9c3b-8bea9b77e6b1" providerId="ADAL" clId="{7065B8C1-BE78-4102-BA31-42781D5E8F50}" dt="2026-07-06T20:10:15.820" v="5213" actId="208"/>
          <ac:spMkLst>
            <pc:docMk/>
            <pc:sldMk cId="2641576297" sldId="288"/>
            <ac:spMk id="19" creationId="{4E0441E2-15FB-1B0C-2F45-7E20D3744551}"/>
          </ac:spMkLst>
        </pc:spChg>
        <pc:cxnChg chg="add mod">
          <ac:chgData name="Philip Akekudaga" userId="18af750e-923d-4291-9c3b-8bea9b77e6b1" providerId="ADAL" clId="{7065B8C1-BE78-4102-BA31-42781D5E8F50}" dt="2026-07-06T19:55:08.812" v="5149" actId="208"/>
          <ac:cxnSpMkLst>
            <pc:docMk/>
            <pc:sldMk cId="2641576297" sldId="288"/>
            <ac:cxnSpMk id="21" creationId="{7EB8BB23-A1B5-9CB5-8772-2FE78F651C1A}"/>
          </ac:cxnSpMkLst>
        </pc:cxnChg>
        <pc:cxnChg chg="add mod">
          <ac:chgData name="Philip Akekudaga" userId="18af750e-923d-4291-9c3b-8bea9b77e6b1" providerId="ADAL" clId="{7065B8C1-BE78-4102-BA31-42781D5E8F50}" dt="2026-07-06T19:55:40.897" v="5154" actId="208"/>
          <ac:cxnSpMkLst>
            <pc:docMk/>
            <pc:sldMk cId="2641576297" sldId="288"/>
            <ac:cxnSpMk id="22" creationId="{CC90EB20-26F8-3AFA-C69F-8812E837EE32}"/>
          </ac:cxnSpMkLst>
        </pc:cxnChg>
      </pc:sldChg>
      <pc:sldChg chg="addSp delSp modSp mod">
        <pc:chgData name="Philip Akekudaga" userId="18af750e-923d-4291-9c3b-8bea9b77e6b1" providerId="ADAL" clId="{7065B8C1-BE78-4102-BA31-42781D5E8F50}" dt="2026-07-07T15:34:08.797" v="6560" actId="1076"/>
        <pc:sldMkLst>
          <pc:docMk/>
          <pc:sldMk cId="3416655341" sldId="289"/>
        </pc:sldMkLst>
        <pc:spChg chg="add mod">
          <ac:chgData name="Philip Akekudaga" userId="18af750e-923d-4291-9c3b-8bea9b77e6b1" providerId="ADAL" clId="{7065B8C1-BE78-4102-BA31-42781D5E8F50}" dt="2026-07-07T14:52:48.852" v="6121" actId="1076"/>
          <ac:spMkLst>
            <pc:docMk/>
            <pc:sldMk cId="3416655341" sldId="289"/>
            <ac:spMk id="2" creationId="{70A46519-AB27-2FBD-058C-54BF96074A31}"/>
          </ac:spMkLst>
        </pc:spChg>
        <pc:spChg chg="mod">
          <ac:chgData name="Philip Akekudaga" userId="18af750e-923d-4291-9c3b-8bea9b77e6b1" providerId="ADAL" clId="{7065B8C1-BE78-4102-BA31-42781D5E8F50}" dt="2026-07-07T14:51:22.787" v="6117" actId="14100"/>
          <ac:spMkLst>
            <pc:docMk/>
            <pc:sldMk cId="3416655341" sldId="289"/>
            <ac:spMk id="3" creationId="{9B51C288-830A-9FF1-BA4E-7B0D8BB5A1B9}"/>
          </ac:spMkLst>
        </pc:spChg>
        <pc:spChg chg="mod">
          <ac:chgData name="Philip Akekudaga" userId="18af750e-923d-4291-9c3b-8bea9b77e6b1" providerId="ADAL" clId="{7065B8C1-BE78-4102-BA31-42781D5E8F50}" dt="2026-07-07T15:00:09.422" v="6303" actId="1076"/>
          <ac:spMkLst>
            <pc:docMk/>
            <pc:sldMk cId="3416655341" sldId="289"/>
            <ac:spMk id="4" creationId="{11243063-068B-B554-05CA-8644C5D75BA8}"/>
          </ac:spMkLst>
        </pc:spChg>
        <pc:spChg chg="add mod">
          <ac:chgData name="Philip Akekudaga" userId="18af750e-923d-4291-9c3b-8bea9b77e6b1" providerId="ADAL" clId="{7065B8C1-BE78-4102-BA31-42781D5E8F50}" dt="2026-07-07T14:51:01.218" v="6111" actId="164"/>
          <ac:spMkLst>
            <pc:docMk/>
            <pc:sldMk cId="3416655341" sldId="289"/>
            <ac:spMk id="5" creationId="{1468B993-4E48-538E-3E6C-57E9785C5E4B}"/>
          </ac:spMkLst>
        </pc:spChg>
        <pc:spChg chg="add mod">
          <ac:chgData name="Philip Akekudaga" userId="18af750e-923d-4291-9c3b-8bea9b77e6b1" providerId="ADAL" clId="{7065B8C1-BE78-4102-BA31-42781D5E8F50}" dt="2026-07-07T15:04:15.117" v="6390" actId="20577"/>
          <ac:spMkLst>
            <pc:docMk/>
            <pc:sldMk cId="3416655341" sldId="289"/>
            <ac:spMk id="6" creationId="{CFE4CBFA-0F96-224F-82E4-9175E637A276}"/>
          </ac:spMkLst>
        </pc:spChg>
        <pc:spChg chg="del mod">
          <ac:chgData name="Philip Akekudaga" userId="18af750e-923d-4291-9c3b-8bea9b77e6b1" providerId="ADAL" clId="{7065B8C1-BE78-4102-BA31-42781D5E8F50}" dt="2026-07-06T19:56:54.538" v="5169" actId="478"/>
          <ac:spMkLst>
            <pc:docMk/>
            <pc:sldMk cId="3416655341" sldId="289"/>
            <ac:spMk id="7" creationId="{23C40C4C-D87E-331D-7A58-3B4DE8068100}"/>
          </ac:spMkLst>
        </pc:spChg>
        <pc:spChg chg="del">
          <ac:chgData name="Philip Akekudaga" userId="18af750e-923d-4291-9c3b-8bea9b77e6b1" providerId="ADAL" clId="{7065B8C1-BE78-4102-BA31-42781D5E8F50}" dt="2026-07-06T19:56:49.171" v="5166" actId="478"/>
          <ac:spMkLst>
            <pc:docMk/>
            <pc:sldMk cId="3416655341" sldId="289"/>
            <ac:spMk id="8" creationId="{7D6923D0-5145-8E57-9438-B4819FFEE65E}"/>
          </ac:spMkLst>
        </pc:spChg>
        <pc:spChg chg="add mod">
          <ac:chgData name="Philip Akekudaga" userId="18af750e-923d-4291-9c3b-8bea9b77e6b1" providerId="ADAL" clId="{7065B8C1-BE78-4102-BA31-42781D5E8F50}" dt="2026-07-07T15:03:06.449" v="6306" actId="207"/>
          <ac:spMkLst>
            <pc:docMk/>
            <pc:sldMk cId="3416655341" sldId="289"/>
            <ac:spMk id="8" creationId="{BC650EF5-27A6-CE69-06D2-8C03D318A017}"/>
          </ac:spMkLst>
        </pc:spChg>
        <pc:spChg chg="add mod">
          <ac:chgData name="Philip Akekudaga" userId="18af750e-923d-4291-9c3b-8bea9b77e6b1" providerId="ADAL" clId="{7065B8C1-BE78-4102-BA31-42781D5E8F50}" dt="2026-07-07T14:51:01.218" v="6111" actId="164"/>
          <ac:spMkLst>
            <pc:docMk/>
            <pc:sldMk cId="3416655341" sldId="289"/>
            <ac:spMk id="9" creationId="{CA127716-B9EB-B429-3E99-A2150187C836}"/>
          </ac:spMkLst>
        </pc:spChg>
        <pc:spChg chg="del">
          <ac:chgData name="Philip Akekudaga" userId="18af750e-923d-4291-9c3b-8bea9b77e6b1" providerId="ADAL" clId="{7065B8C1-BE78-4102-BA31-42781D5E8F50}" dt="2026-07-06T19:56:50.901" v="5167" actId="478"/>
          <ac:spMkLst>
            <pc:docMk/>
            <pc:sldMk cId="3416655341" sldId="289"/>
            <ac:spMk id="10" creationId="{D9BD56E4-ECBF-D570-7999-1D52D5D22713}"/>
          </ac:spMkLst>
        </pc:spChg>
        <pc:spChg chg="del">
          <ac:chgData name="Philip Akekudaga" userId="18af750e-923d-4291-9c3b-8bea9b77e6b1" providerId="ADAL" clId="{7065B8C1-BE78-4102-BA31-42781D5E8F50}" dt="2026-07-06T19:56:47.212" v="5165" actId="478"/>
          <ac:spMkLst>
            <pc:docMk/>
            <pc:sldMk cId="3416655341" sldId="289"/>
            <ac:spMk id="11" creationId="{D6AC2A88-09B8-A296-BCAE-D48923F01D5B}"/>
          </ac:spMkLst>
        </pc:spChg>
        <pc:spChg chg="add mod">
          <ac:chgData name="Philip Akekudaga" userId="18af750e-923d-4291-9c3b-8bea9b77e6b1" providerId="ADAL" clId="{7065B8C1-BE78-4102-BA31-42781D5E8F50}" dt="2026-07-07T14:51:01.218" v="6111" actId="164"/>
          <ac:spMkLst>
            <pc:docMk/>
            <pc:sldMk cId="3416655341" sldId="289"/>
            <ac:spMk id="12" creationId="{5E950F4B-F84E-62AF-AC82-E0066A21EDCF}"/>
          </ac:spMkLst>
        </pc:spChg>
        <pc:spChg chg="add mod">
          <ac:chgData name="Philip Akekudaga" userId="18af750e-923d-4291-9c3b-8bea9b77e6b1" providerId="ADAL" clId="{7065B8C1-BE78-4102-BA31-42781D5E8F50}" dt="2026-07-07T14:51:01.218" v="6111" actId="164"/>
          <ac:spMkLst>
            <pc:docMk/>
            <pc:sldMk cId="3416655341" sldId="289"/>
            <ac:spMk id="13" creationId="{0D1FA63C-99A5-3205-9BDF-FA51900CB13D}"/>
          </ac:spMkLst>
        </pc:spChg>
        <pc:spChg chg="add mod">
          <ac:chgData name="Philip Akekudaga" userId="18af750e-923d-4291-9c3b-8bea9b77e6b1" providerId="ADAL" clId="{7065B8C1-BE78-4102-BA31-42781D5E8F50}" dt="2026-07-07T14:54:11.255" v="6133" actId="27636"/>
          <ac:spMkLst>
            <pc:docMk/>
            <pc:sldMk cId="3416655341" sldId="289"/>
            <ac:spMk id="14" creationId="{BA96DF94-9F89-B1E7-E858-919EFB309C14}"/>
          </ac:spMkLst>
        </pc:spChg>
        <pc:spChg chg="add mod">
          <ac:chgData name="Philip Akekudaga" userId="18af750e-923d-4291-9c3b-8bea9b77e6b1" providerId="ADAL" clId="{7065B8C1-BE78-4102-BA31-42781D5E8F50}" dt="2026-07-07T15:04:21.488" v="6391" actId="14100"/>
          <ac:spMkLst>
            <pc:docMk/>
            <pc:sldMk cId="3416655341" sldId="289"/>
            <ac:spMk id="15" creationId="{60A2F64C-71CE-5734-0D28-63F8EC061E10}"/>
          </ac:spMkLst>
        </pc:spChg>
        <pc:spChg chg="add mod">
          <ac:chgData name="Philip Akekudaga" userId="18af750e-923d-4291-9c3b-8bea9b77e6b1" providerId="ADAL" clId="{7065B8C1-BE78-4102-BA31-42781D5E8F50}" dt="2026-07-07T14:51:01.218" v="6111" actId="164"/>
          <ac:spMkLst>
            <pc:docMk/>
            <pc:sldMk cId="3416655341" sldId="289"/>
            <ac:spMk id="16" creationId="{066DE496-BEE8-399B-A2DC-3359AF8CB9A0}"/>
          </ac:spMkLst>
        </pc:spChg>
        <pc:spChg chg="add mod">
          <ac:chgData name="Philip Akekudaga" userId="18af750e-923d-4291-9c3b-8bea9b77e6b1" providerId="ADAL" clId="{7065B8C1-BE78-4102-BA31-42781D5E8F50}" dt="2026-07-07T14:51:01.218" v="6111" actId="164"/>
          <ac:spMkLst>
            <pc:docMk/>
            <pc:sldMk cId="3416655341" sldId="289"/>
            <ac:spMk id="17" creationId="{23D16657-07A9-E997-9DC8-C24DDAC0624E}"/>
          </ac:spMkLst>
        </pc:spChg>
        <pc:spChg chg="add del mod">
          <ac:chgData name="Philip Akekudaga" userId="18af750e-923d-4291-9c3b-8bea9b77e6b1" providerId="ADAL" clId="{7065B8C1-BE78-4102-BA31-42781D5E8F50}" dt="2026-07-06T19:58:15.987" v="5186" actId="478"/>
          <ac:spMkLst>
            <pc:docMk/>
            <pc:sldMk cId="3416655341" sldId="289"/>
            <ac:spMk id="18" creationId="{55091FDB-19ED-C9F7-C1DC-9DA4F3D24CBE}"/>
          </ac:spMkLst>
        </pc:spChg>
        <pc:grpChg chg="mod">
          <ac:chgData name="Philip Akekudaga" userId="18af750e-923d-4291-9c3b-8bea9b77e6b1" providerId="ADAL" clId="{7065B8C1-BE78-4102-BA31-42781D5E8F50}" dt="2026-07-07T15:34:08.797" v="6560" actId="1076"/>
          <ac:grpSpMkLst>
            <pc:docMk/>
            <pc:sldMk cId="3416655341" sldId="289"/>
            <ac:grpSpMk id="7" creationId="{A7D1AA88-A88B-23FD-7899-4836DCB745E7}"/>
          </ac:grpSpMkLst>
        </pc:grpChg>
      </pc:sldChg>
      <pc:sldChg chg="del">
        <pc:chgData name="Philip Akekudaga" userId="18af750e-923d-4291-9c3b-8bea9b77e6b1" providerId="ADAL" clId="{7065B8C1-BE78-4102-BA31-42781D5E8F50}" dt="2026-07-06T20:20:39.796" v="5457" actId="2696"/>
        <pc:sldMkLst>
          <pc:docMk/>
          <pc:sldMk cId="1396220874" sldId="290"/>
        </pc:sldMkLst>
      </pc:sldChg>
      <pc:sldChg chg="addSp modSp new mod">
        <pc:chgData name="Philip Akekudaga" userId="18af750e-923d-4291-9c3b-8bea9b77e6b1" providerId="ADAL" clId="{7065B8C1-BE78-4102-BA31-42781D5E8F50}" dt="2026-07-06T20:22:48.020" v="5472" actId="14100"/>
        <pc:sldMkLst>
          <pc:docMk/>
          <pc:sldMk cId="2814883807" sldId="290"/>
        </pc:sldMkLst>
        <pc:picChg chg="add mod">
          <ac:chgData name="Philip Akekudaga" userId="18af750e-923d-4291-9c3b-8bea9b77e6b1" providerId="ADAL" clId="{7065B8C1-BE78-4102-BA31-42781D5E8F50}" dt="2026-07-06T20:22:48.020" v="5472" actId="14100"/>
          <ac:picMkLst>
            <pc:docMk/>
            <pc:sldMk cId="2814883807" sldId="290"/>
            <ac:picMk id="3" creationId="{146FC2EF-9D69-6622-7B4B-CCD27DF5F43A}"/>
          </ac:picMkLst>
        </pc:picChg>
      </pc:sldChg>
      <pc:sldChg chg="addSp delSp modSp new mod">
        <pc:chgData name="Philip Akekudaga" userId="18af750e-923d-4291-9c3b-8bea9b77e6b1" providerId="ADAL" clId="{7065B8C1-BE78-4102-BA31-42781D5E8F50}" dt="2026-07-07T15:33:18.154" v="6557" actId="14100"/>
        <pc:sldMkLst>
          <pc:docMk/>
          <pc:sldMk cId="4136421428" sldId="291"/>
        </pc:sldMkLst>
        <pc:spChg chg="del mod">
          <ac:chgData name="Philip Akekudaga" userId="18af750e-923d-4291-9c3b-8bea9b77e6b1" providerId="ADAL" clId="{7065B8C1-BE78-4102-BA31-42781D5E8F50}" dt="2026-07-06T20:23:18.251" v="5486"/>
          <ac:spMkLst>
            <pc:docMk/>
            <pc:sldMk cId="4136421428" sldId="291"/>
            <ac:spMk id="2" creationId="{FA26B7AB-CFC1-C0C6-ADA7-7B8FCB1A23BE}"/>
          </ac:spMkLst>
        </pc:spChg>
        <pc:spChg chg="mod">
          <ac:chgData name="Philip Akekudaga" userId="18af750e-923d-4291-9c3b-8bea9b77e6b1" providerId="ADAL" clId="{7065B8C1-BE78-4102-BA31-42781D5E8F50}" dt="2026-07-06T20:38:20.259" v="6015" actId="20577"/>
          <ac:spMkLst>
            <pc:docMk/>
            <pc:sldMk cId="4136421428" sldId="291"/>
            <ac:spMk id="3" creationId="{0E4E8A27-0E5B-6919-DA50-F41F3767DD9E}"/>
          </ac:spMkLst>
        </pc:spChg>
        <pc:spChg chg="add mod">
          <ac:chgData name="Philip Akekudaga" userId="18af750e-923d-4291-9c3b-8bea9b77e6b1" providerId="ADAL" clId="{7065B8C1-BE78-4102-BA31-42781D5E8F50}" dt="2026-07-06T20:23:39.027" v="5507" actId="14100"/>
          <ac:spMkLst>
            <pc:docMk/>
            <pc:sldMk cId="4136421428" sldId="291"/>
            <ac:spMk id="4" creationId="{189D3530-E5C3-6D12-4AA1-0187BF0F87CC}"/>
          </ac:spMkLst>
        </pc:spChg>
        <pc:picChg chg="add del">
          <ac:chgData name="Philip Akekudaga" userId="18af750e-923d-4291-9c3b-8bea9b77e6b1" providerId="ADAL" clId="{7065B8C1-BE78-4102-BA31-42781D5E8F50}" dt="2026-07-06T20:39:53.651" v="6017" actId="478"/>
          <ac:picMkLst>
            <pc:docMk/>
            <pc:sldMk cId="4136421428" sldId="291"/>
            <ac:picMk id="6" creationId="{BD1B1162-7B24-71CB-7CF7-1CC4EEEEED2B}"/>
          </ac:picMkLst>
        </pc:picChg>
        <pc:picChg chg="add mod">
          <ac:chgData name="Philip Akekudaga" userId="18af750e-923d-4291-9c3b-8bea9b77e6b1" providerId="ADAL" clId="{7065B8C1-BE78-4102-BA31-42781D5E8F50}" dt="2026-07-07T15:33:18.154" v="6557" actId="14100"/>
          <ac:picMkLst>
            <pc:docMk/>
            <pc:sldMk cId="4136421428" sldId="291"/>
            <ac:picMk id="8" creationId="{9BF12F89-BCA5-50EF-0E93-3FA5DEB6BD9D}"/>
          </ac:picMkLst>
        </pc:picChg>
      </pc:sldChg>
      <pc:sldChg chg="addSp delSp modSp new mod">
        <pc:chgData name="Philip Akekudaga" userId="18af750e-923d-4291-9c3b-8bea9b77e6b1" providerId="ADAL" clId="{7065B8C1-BE78-4102-BA31-42781D5E8F50}" dt="2026-07-07T17:02:27.130" v="6593" actId="1076"/>
        <pc:sldMkLst>
          <pc:docMk/>
          <pc:sldMk cId="4026340808" sldId="292"/>
        </pc:sldMkLst>
        <pc:spChg chg="mod">
          <ac:chgData name="Philip Akekudaga" userId="18af750e-923d-4291-9c3b-8bea9b77e6b1" providerId="ADAL" clId="{7065B8C1-BE78-4102-BA31-42781D5E8F50}" dt="2026-07-06T20:38:02.588" v="6007" actId="1076"/>
          <ac:spMkLst>
            <pc:docMk/>
            <pc:sldMk cId="4026340808" sldId="292"/>
            <ac:spMk id="2" creationId="{AC56EA0C-6940-D1D7-6229-1A358C3EFBC2}"/>
          </ac:spMkLst>
        </pc:spChg>
        <pc:spChg chg="del">
          <ac:chgData name="Philip Akekudaga" userId="18af750e-923d-4291-9c3b-8bea9b77e6b1" providerId="ADAL" clId="{7065B8C1-BE78-4102-BA31-42781D5E8F50}" dt="2026-07-06T20:29:27.272" v="5603" actId="3680"/>
          <ac:spMkLst>
            <pc:docMk/>
            <pc:sldMk cId="4026340808" sldId="292"/>
            <ac:spMk id="3" creationId="{A75A5EF3-06EC-7CFC-E328-8747DAE3344D}"/>
          </ac:spMkLst>
        </pc:spChg>
        <pc:spChg chg="add mod">
          <ac:chgData name="Philip Akekudaga" userId="18af750e-923d-4291-9c3b-8bea9b77e6b1" providerId="ADAL" clId="{7065B8C1-BE78-4102-BA31-42781D5E8F50}" dt="2026-07-07T17:02:27.130" v="6593" actId="1076"/>
          <ac:spMkLst>
            <pc:docMk/>
            <pc:sldMk cId="4026340808" sldId="292"/>
            <ac:spMk id="3" creationId="{C37C6CB5-862E-FC82-F22F-FAF3E313398E}"/>
          </ac:spMkLst>
        </pc:spChg>
        <pc:graphicFrameChg chg="add mod ord modGraphic">
          <ac:chgData name="Philip Akekudaga" userId="18af750e-923d-4291-9c3b-8bea9b77e6b1" providerId="ADAL" clId="{7065B8C1-BE78-4102-BA31-42781D5E8F50}" dt="2026-07-07T17:01:31.881" v="6585" actId="14100"/>
          <ac:graphicFrameMkLst>
            <pc:docMk/>
            <pc:sldMk cId="4026340808" sldId="292"/>
            <ac:graphicFrameMk id="4" creationId="{808586E1-395A-AF65-82B1-345BA41455E2}"/>
          </ac:graphicFrameMkLst>
        </pc:graphicFrameChg>
      </pc:sldChg>
    </pc:docChg>
  </pc:docChgLst>
  <pc:docChgLst>
    <pc:chgData name="Philip Akekudaga" userId="S::philip.akekudaga@uri.edu::18af750e-923d-4291-9c3b-8bea9b77e6b1" providerId="AD" clId="Web-{CB0B2550-2CF4-C71E-C7F0-E64C272FB595}"/>
    <pc:docChg chg="addSld delSld modSld sldOrd">
      <pc:chgData name="Philip Akekudaga" userId="S::philip.akekudaga@uri.edu::18af750e-923d-4291-9c3b-8bea9b77e6b1" providerId="AD" clId="Web-{CB0B2550-2CF4-C71E-C7F0-E64C272FB595}" dt="2026-06-09T16:04:59.513" v="474" actId="20577"/>
      <pc:docMkLst>
        <pc:docMk/>
      </pc:docMkLst>
      <pc:sldChg chg="modSp">
        <pc:chgData name="Philip Akekudaga" userId="S::philip.akekudaga@uri.edu::18af750e-923d-4291-9c3b-8bea9b77e6b1" providerId="AD" clId="Web-{CB0B2550-2CF4-C71E-C7F0-E64C272FB595}" dt="2026-06-09T00:18:28.222" v="300" actId="14100"/>
        <pc:sldMkLst>
          <pc:docMk/>
          <pc:sldMk cId="278999287" sldId="257"/>
        </pc:sldMkLst>
        <pc:spChg chg="mod">
          <ac:chgData name="Philip Akekudaga" userId="S::philip.akekudaga@uri.edu::18af750e-923d-4291-9c3b-8bea9b77e6b1" providerId="AD" clId="Web-{CB0B2550-2CF4-C71E-C7F0-E64C272FB595}" dt="2026-06-09T00:14:05.509" v="247" actId="20577"/>
          <ac:spMkLst>
            <pc:docMk/>
            <pc:sldMk cId="278999287" sldId="257"/>
            <ac:spMk id="2" creationId="{62C776CE-7224-827C-B7BF-51BB6ED85255}"/>
          </ac:spMkLst>
        </pc:spChg>
        <pc:spChg chg="mod">
          <ac:chgData name="Philip Akekudaga" userId="S::philip.akekudaga@uri.edu::18af750e-923d-4291-9c3b-8bea9b77e6b1" providerId="AD" clId="Web-{CB0B2550-2CF4-C71E-C7F0-E64C272FB595}" dt="2026-06-09T00:18:28.222" v="300" actId="14100"/>
          <ac:spMkLst>
            <pc:docMk/>
            <pc:sldMk cId="278999287" sldId="257"/>
            <ac:spMk id="3" creationId="{1E5B62F5-1201-D5F5-C3FD-DD631A796FE4}"/>
          </ac:spMkLst>
        </pc:spChg>
      </pc:sldChg>
    </pc:docChg>
  </pc:docChgLst>
  <pc:docChgLst>
    <pc:chgData name="Philip Akekudaga" userId="S::philip.akekudaga@uri.edu::18af750e-923d-4291-9c3b-8bea9b77e6b1" providerId="AD" clId="Web-{A2394E35-235A-AE68-0F46-7283753CDA5C}"/>
    <pc:docChg chg="addSld delSld modSld">
      <pc:chgData name="Philip Akekudaga" userId="S::philip.akekudaga@uri.edu::18af750e-923d-4291-9c3b-8bea9b77e6b1" providerId="AD" clId="Web-{A2394E35-235A-AE68-0F46-7283753CDA5C}" dt="2026-06-15T20:32:02.349" v="469" actId="20577"/>
      <pc:docMkLst>
        <pc:docMk/>
      </pc:docMkLst>
      <pc:sldChg chg="modSp">
        <pc:chgData name="Philip Akekudaga" userId="S::philip.akekudaga@uri.edu::18af750e-923d-4291-9c3b-8bea9b77e6b1" providerId="AD" clId="Web-{A2394E35-235A-AE68-0F46-7283753CDA5C}" dt="2026-06-15T18:44:23.710" v="26" actId="20577"/>
        <pc:sldMkLst>
          <pc:docMk/>
          <pc:sldMk cId="109857222" sldId="256"/>
        </pc:sldMkLst>
        <pc:spChg chg="mod">
          <ac:chgData name="Philip Akekudaga" userId="S::philip.akekudaga@uri.edu::18af750e-923d-4291-9c3b-8bea9b77e6b1" providerId="AD" clId="Web-{A2394E35-235A-AE68-0F46-7283753CDA5C}" dt="2026-06-15T18:44:23.710" v="26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Philip Akekudaga" userId="S::philip.akekudaga@uri.edu::18af750e-923d-4291-9c3b-8bea9b77e6b1" providerId="AD" clId="Web-{A2394E35-235A-AE68-0F46-7283753CDA5C}" dt="2026-06-15T20:31:25.332" v="468" actId="20577"/>
        <pc:sldMkLst>
          <pc:docMk/>
          <pc:sldMk cId="278999287" sldId="257"/>
        </pc:sldMkLst>
        <pc:spChg chg="mod">
          <ac:chgData name="Philip Akekudaga" userId="S::philip.akekudaga@uri.edu::18af750e-923d-4291-9c3b-8bea9b77e6b1" providerId="AD" clId="Web-{A2394E35-235A-AE68-0F46-7283753CDA5C}" dt="2026-06-15T18:45:27.854" v="29" actId="20577"/>
          <ac:spMkLst>
            <pc:docMk/>
            <pc:sldMk cId="278999287" sldId="257"/>
            <ac:spMk id="2" creationId="{62C776CE-7224-827C-B7BF-51BB6ED85255}"/>
          </ac:spMkLst>
        </pc:spChg>
        <pc:spChg chg="mod">
          <ac:chgData name="Philip Akekudaga" userId="S::philip.akekudaga@uri.edu::18af750e-923d-4291-9c3b-8bea9b77e6b1" providerId="AD" clId="Web-{A2394E35-235A-AE68-0F46-7283753CDA5C}" dt="2026-06-15T20:31:25.332" v="468" actId="20577"/>
          <ac:spMkLst>
            <pc:docMk/>
            <pc:sldMk cId="278999287" sldId="257"/>
            <ac:spMk id="3" creationId="{1E5B62F5-1201-D5F5-C3FD-DD631A796FE4}"/>
          </ac:spMkLst>
        </pc:spChg>
      </pc:sldChg>
      <pc:sldChg chg="modSp">
        <pc:chgData name="Philip Akekudaga" userId="S::philip.akekudaga@uri.edu::18af750e-923d-4291-9c3b-8bea9b77e6b1" providerId="AD" clId="Web-{A2394E35-235A-AE68-0F46-7283753CDA5C}" dt="2026-06-15T20:32:02.349" v="469" actId="20577"/>
        <pc:sldMkLst>
          <pc:docMk/>
          <pc:sldMk cId="3527997232" sldId="269"/>
        </pc:sldMkLst>
        <pc:spChg chg="mod">
          <ac:chgData name="Philip Akekudaga" userId="S::philip.akekudaga@uri.edu::18af750e-923d-4291-9c3b-8bea9b77e6b1" providerId="AD" clId="Web-{A2394E35-235A-AE68-0F46-7283753CDA5C}" dt="2026-06-15T19:39:48.611" v="380" actId="20577"/>
          <ac:spMkLst>
            <pc:docMk/>
            <pc:sldMk cId="3527997232" sldId="269"/>
            <ac:spMk id="2" creationId="{7DDAB65A-CBF2-C781-2639-F172F91A3806}"/>
          </ac:spMkLst>
        </pc:spChg>
      </pc:sldChg>
    </pc:docChg>
  </pc:docChgLst>
  <pc:docChgLst>
    <pc:chgData name="Philip Akekudaga" userId="S::philip.akekudaga@uri.edu::18af750e-923d-4291-9c3b-8bea9b77e6b1" providerId="AD" clId="Web-{78C6A700-1117-EE24-16E6-07307F752A05}"/>
    <pc:docChg chg="addSld modSld sldOrd">
      <pc:chgData name="Philip Akekudaga" userId="S::philip.akekudaga@uri.edu::18af750e-923d-4291-9c3b-8bea9b77e6b1" providerId="AD" clId="Web-{78C6A700-1117-EE24-16E6-07307F752A05}" dt="2026-06-08T20:58:07.935" v="1001"/>
      <pc:docMkLst>
        <pc:docMk/>
      </pc:docMkLst>
      <pc:sldChg chg="modSp">
        <pc:chgData name="Philip Akekudaga" userId="S::philip.akekudaga@uri.edu::18af750e-923d-4291-9c3b-8bea9b77e6b1" providerId="AD" clId="Web-{78C6A700-1117-EE24-16E6-07307F752A05}" dt="2026-06-08T18:36:37.741" v="0" actId="20577"/>
        <pc:sldMkLst>
          <pc:docMk/>
          <pc:sldMk cId="109857222" sldId="256"/>
        </pc:sldMkLst>
        <pc:spChg chg="mod">
          <ac:chgData name="Philip Akekudaga" userId="S::philip.akekudaga@uri.edu::18af750e-923d-4291-9c3b-8bea9b77e6b1" providerId="AD" clId="Web-{78C6A700-1117-EE24-16E6-07307F752A05}" dt="2026-06-08T18:36:37.741" v="0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C48A45-FFBA-42BE-A4F5-773EB2972F2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D9799E-A6FF-4D32-AB1F-679844029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93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D9799E-A6FF-4D32-AB1F-6798440290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70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D9799E-A6FF-4D32-AB1F-6798440290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30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171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05449"/>
            <a:ext cx="8962572" cy="280851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Week 7</a:t>
            </a:r>
            <a:br>
              <a:rPr lang="en-US" b="1" dirty="0"/>
            </a:br>
            <a:br>
              <a:rPr lang="en-US" b="1" dirty="0"/>
            </a:br>
            <a:r>
              <a:rPr lang="en-US" sz="4400" b="1" dirty="0">
                <a:solidFill>
                  <a:srgbClr val="FF0000"/>
                </a:solidFill>
              </a:rPr>
              <a:t>07/07/2026</a:t>
            </a:r>
            <a:br>
              <a:rPr lang="en-US" sz="4400" b="1" dirty="0">
                <a:solidFill>
                  <a:srgbClr val="FF0000"/>
                </a:solidFill>
              </a:rPr>
            </a:br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76CE-7224-827C-B7BF-51BB6ED85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691481" cy="83336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0000"/>
                </a:solidFill>
              </a:rPr>
              <a:t>Pick Up From Week 4 –06/09/2026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62F5-1201-D5F5-C3FD-DD631A796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60" y="1455938"/>
            <a:ext cx="10997021" cy="45063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whether one Select and Operate transaction contain multiple CROBs ?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99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7701-CB05-370B-372F-9D5EC539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914" y="164536"/>
            <a:ext cx="2950166" cy="49047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Reading 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BDAF52-A669-00B6-AE82-B1254C97875C}"/>
              </a:ext>
            </a:extLst>
          </p:cNvPr>
          <p:cNvSpPr txBox="1">
            <a:spLocks/>
          </p:cNvSpPr>
          <p:nvPr/>
        </p:nvSpPr>
        <p:spPr>
          <a:xfrm>
            <a:off x="900636" y="1024376"/>
            <a:ext cx="8357740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1F4E79"/>
                </a:solidFill>
              </a:rPr>
              <a:t>Andrew West DNP3 Presentation -2020 </a:t>
            </a:r>
          </a:p>
          <a:p>
            <a:r>
              <a:rPr lang="en-US" sz="2800" b="1" dirty="0">
                <a:solidFill>
                  <a:srgbClr val="1F4E79"/>
                </a:solidFill>
              </a:rPr>
              <a:t>Chair,</a:t>
            </a:r>
            <a:r>
              <a:rPr lang="en-US" b="1" dirty="0">
                <a:solidFill>
                  <a:srgbClr val="1F4E79"/>
                </a:solidFill>
              </a:rPr>
              <a:t> </a:t>
            </a:r>
            <a:r>
              <a:rPr lang="en-US" sz="2800" b="1" dirty="0">
                <a:solidFill>
                  <a:srgbClr val="1F4E79"/>
                </a:solidFill>
              </a:rPr>
              <a:t>DNP Technical Committee</a:t>
            </a:r>
            <a:endParaRPr lang="en-US" sz="1400" b="1" dirty="0">
              <a:solidFill>
                <a:srgbClr val="1F4E79"/>
              </a:solidFill>
            </a:endParaRPr>
          </a:p>
          <a:p>
            <a:endParaRPr lang="en-US" b="1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D2A1447-903A-DD17-25BE-61D9F097B637}"/>
              </a:ext>
            </a:extLst>
          </p:cNvPr>
          <p:cNvSpPr/>
          <p:nvPr/>
        </p:nvSpPr>
        <p:spPr>
          <a:xfrm>
            <a:off x="559924" y="1883474"/>
            <a:ext cx="3418038" cy="297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00000"/>
                </a:solidFill>
              </a:rPr>
              <a:t>What it clarified</a:t>
            </a:r>
            <a:endParaRPr lang="en-US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A14885C7-D1E8-61EE-258B-D48AD5B28A89}"/>
              </a:ext>
            </a:extLst>
          </p:cNvPr>
          <p:cNvSpPr/>
          <p:nvPr/>
        </p:nvSpPr>
        <p:spPr>
          <a:xfrm>
            <a:off x="559924" y="2294953"/>
            <a:ext cx="5730240" cy="218087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• SELECT and OPERATE are application function codes.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• CROB is Group 12 Variation 1.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• The index is the target output point.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• The control code is the operation, such as LATCH_ON or LATCH_OFF.</a:t>
            </a:r>
            <a:endParaRPr lang="en-US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F378EC80-83D7-9324-7BDC-55721641D04F}"/>
              </a:ext>
            </a:extLst>
          </p:cNvPr>
          <p:cNvSpPr/>
          <p:nvPr/>
        </p:nvSpPr>
        <p:spPr>
          <a:xfrm>
            <a:off x="671655" y="4069429"/>
            <a:ext cx="3194576" cy="288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00000"/>
                </a:solidFill>
              </a:rPr>
              <a:t>How I used it</a:t>
            </a:r>
            <a:endParaRPr 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BE70D10E-33BF-F708-775E-6F8A209DD24C}"/>
              </a:ext>
            </a:extLst>
          </p:cNvPr>
          <p:cNvSpPr/>
          <p:nvPr/>
        </p:nvSpPr>
        <p:spPr>
          <a:xfrm>
            <a:off x="671655" y="4475828"/>
            <a:ext cx="5730239" cy="17334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• Validated one object header with count N.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• Checked per-index command status in SELECT and OPERATE responses.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• Used Wireshark/PCAP evidence instead of assuming the API behavior.</a:t>
            </a:r>
            <a:endParaRPr lang="en-US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4C228C94-8FC7-5BC9-E6FF-EC048550EBF3}"/>
              </a:ext>
            </a:extLst>
          </p:cNvPr>
          <p:cNvSpPr/>
          <p:nvPr/>
        </p:nvSpPr>
        <p:spPr>
          <a:xfrm>
            <a:off x="7242956" y="1792246"/>
            <a:ext cx="1828800" cy="777240"/>
          </a:xfrm>
          <a:prstGeom prst="rect">
            <a:avLst/>
          </a:prstGeom>
          <a:solidFill>
            <a:schemeClr val="bg1"/>
          </a:solidFill>
          <a:ln w="12700">
            <a:solidFill>
              <a:srgbClr val="E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</a:rPr>
              <a:t>Function code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</a:rPr>
              <a:t>SELECT / OPERATE</a:t>
            </a:r>
            <a:endParaRPr lang="en-US" sz="1200" dirty="0"/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0395D86E-D236-2B50-090D-41481A22146A}"/>
              </a:ext>
            </a:extLst>
          </p:cNvPr>
          <p:cNvSpPr/>
          <p:nvPr/>
        </p:nvSpPr>
        <p:spPr>
          <a:xfrm>
            <a:off x="9163196" y="2158006"/>
            <a:ext cx="640080" cy="0"/>
          </a:xfrm>
          <a:prstGeom prst="line">
            <a:avLst/>
          </a:prstGeom>
          <a:noFill/>
          <a:ln w="20320">
            <a:solidFill>
              <a:srgbClr val="E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F4844FF2-5B19-7CE3-A281-621A43FA548E}"/>
              </a:ext>
            </a:extLst>
          </p:cNvPr>
          <p:cNvSpPr/>
          <p:nvPr/>
        </p:nvSpPr>
        <p:spPr>
          <a:xfrm>
            <a:off x="9894716" y="1792246"/>
            <a:ext cx="1737360" cy="777240"/>
          </a:xfrm>
          <a:prstGeom prst="rect">
            <a:avLst/>
          </a:prstGeom>
          <a:solidFill>
            <a:schemeClr val="bg1"/>
          </a:solidFill>
          <a:ln w="12700">
            <a:solidFill>
              <a:srgbClr val="1F4E7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Object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G12V1 CROB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560161-F7B9-CCD9-35F0-EADDB3163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189" y="3033263"/>
            <a:ext cx="4856094" cy="333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299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6">
            <a:extLst>
              <a:ext uri="{FF2B5EF4-FFF2-40B4-BE49-F238E27FC236}">
                <a16:creationId xmlns:a16="http://schemas.microsoft.com/office/drawing/2014/main" id="{4E0441E2-15FB-1B0C-2F45-7E20D3744551}"/>
              </a:ext>
            </a:extLst>
          </p:cNvPr>
          <p:cNvSpPr/>
          <p:nvPr/>
        </p:nvSpPr>
        <p:spPr>
          <a:xfrm flipH="1">
            <a:off x="7896860" y="5370829"/>
            <a:ext cx="2842260" cy="7621"/>
          </a:xfrm>
          <a:prstGeom prst="line">
            <a:avLst/>
          </a:prstGeom>
          <a:noFill/>
          <a:ln w="20320">
            <a:solidFill>
              <a:schemeClr val="tx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D6663424-A710-6932-3580-424176925FE9}"/>
              </a:ext>
            </a:extLst>
          </p:cNvPr>
          <p:cNvSpPr/>
          <p:nvPr/>
        </p:nvSpPr>
        <p:spPr>
          <a:xfrm flipH="1">
            <a:off x="7854950" y="3816350"/>
            <a:ext cx="2842260" cy="7621"/>
          </a:xfrm>
          <a:prstGeom prst="line">
            <a:avLst/>
          </a:prstGeom>
          <a:noFill/>
          <a:ln w="20320">
            <a:solidFill>
              <a:schemeClr val="tx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762CDEE-4116-CD69-2D68-DB11E9802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852" y="286432"/>
            <a:ext cx="6684348" cy="87989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DNP3 Control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8E438E-D2B2-4312-3CA6-F98417FBC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52" y="1439068"/>
            <a:ext cx="6412228" cy="4754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master first SELECTs the control objects.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outstation accepts or rejects each selected object.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master OPERATEs only if SELECT succeeds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EEFE053-2EE6-8C4B-715C-FB8CE3D7FFFF}"/>
              </a:ext>
            </a:extLst>
          </p:cNvPr>
          <p:cNvSpPr/>
          <p:nvPr/>
        </p:nvSpPr>
        <p:spPr>
          <a:xfrm>
            <a:off x="6898640" y="2128520"/>
            <a:ext cx="1645920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</a:rPr>
              <a:t>Master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0AF89D0-619F-B82D-6483-A1518EA55ECB}"/>
              </a:ext>
            </a:extLst>
          </p:cNvPr>
          <p:cNvSpPr/>
          <p:nvPr/>
        </p:nvSpPr>
        <p:spPr>
          <a:xfrm>
            <a:off x="10281920" y="2128520"/>
            <a:ext cx="1645920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0000"/>
                </a:solidFill>
              </a:rPr>
              <a:t>Outstation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8C5DA06-E81C-ABDE-AE7C-3F9A0D85E3A3}"/>
              </a:ext>
            </a:extLst>
          </p:cNvPr>
          <p:cNvSpPr/>
          <p:nvPr/>
        </p:nvSpPr>
        <p:spPr>
          <a:xfrm>
            <a:off x="7813040" y="2951480"/>
            <a:ext cx="2926080" cy="0"/>
          </a:xfrm>
          <a:prstGeom prst="line">
            <a:avLst/>
          </a:prstGeom>
          <a:noFill/>
          <a:ln w="20320">
            <a:solidFill>
              <a:schemeClr val="tx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5EB60C3-FA54-3B6A-8782-0544F66F1617}"/>
              </a:ext>
            </a:extLst>
          </p:cNvPr>
          <p:cNvSpPr/>
          <p:nvPr/>
        </p:nvSpPr>
        <p:spPr>
          <a:xfrm>
            <a:off x="8453120" y="2722880"/>
            <a:ext cx="173736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SELECT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G12V1 CROBs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6B32F1A-96AE-7FFF-31F7-CDB3EC20E3FF}"/>
              </a:ext>
            </a:extLst>
          </p:cNvPr>
          <p:cNvSpPr/>
          <p:nvPr/>
        </p:nvSpPr>
        <p:spPr>
          <a:xfrm>
            <a:off x="8453120" y="3568700"/>
            <a:ext cx="182880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RESPONSE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status per CROB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048EE50-8834-9782-CE9E-DFA298A38400}"/>
              </a:ext>
            </a:extLst>
          </p:cNvPr>
          <p:cNvSpPr/>
          <p:nvPr/>
        </p:nvSpPr>
        <p:spPr>
          <a:xfrm>
            <a:off x="7904480" y="4511041"/>
            <a:ext cx="2926080" cy="0"/>
          </a:xfrm>
          <a:prstGeom prst="line">
            <a:avLst/>
          </a:prstGeom>
          <a:noFill/>
          <a:ln w="20320">
            <a:solidFill>
              <a:schemeClr val="tx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CA40FB6-EFAF-80FF-C683-EF8B1BF4FB6D}"/>
              </a:ext>
            </a:extLst>
          </p:cNvPr>
          <p:cNvSpPr/>
          <p:nvPr/>
        </p:nvSpPr>
        <p:spPr>
          <a:xfrm>
            <a:off x="8453120" y="4254501"/>
            <a:ext cx="182880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OPERATE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same CROBs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EA62C5B-C5B3-AB77-CF86-C22412AC131F}"/>
              </a:ext>
            </a:extLst>
          </p:cNvPr>
          <p:cNvSpPr/>
          <p:nvPr/>
        </p:nvSpPr>
        <p:spPr>
          <a:xfrm>
            <a:off x="8544560" y="5100321"/>
            <a:ext cx="192024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RESPONSE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execute status</a:t>
            </a:r>
            <a:endParaRPr lang="en-US" sz="11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EB8BB23-A1B5-9CB5-8772-2FE78F651C1A}"/>
              </a:ext>
            </a:extLst>
          </p:cNvPr>
          <p:cNvCxnSpPr/>
          <p:nvPr/>
        </p:nvCxnSpPr>
        <p:spPr>
          <a:xfrm>
            <a:off x="11104880" y="2585720"/>
            <a:ext cx="0" cy="3429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C90EB20-26F8-3AFA-C69F-8812E837EE32}"/>
              </a:ext>
            </a:extLst>
          </p:cNvPr>
          <p:cNvCxnSpPr/>
          <p:nvPr/>
        </p:nvCxnSpPr>
        <p:spPr>
          <a:xfrm>
            <a:off x="7701280" y="2585720"/>
            <a:ext cx="0" cy="3429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576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1C288-830A-9FF1-BA4E-7B0D8BB5A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1" y="1166328"/>
            <a:ext cx="10717349" cy="1522552"/>
          </a:xfrm>
        </p:spPr>
        <p:txBody>
          <a:bodyPr/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• Each CROB does not need its own full object header.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• One Group 12 Variation 1 header can carry a counted list of indexed CROBs.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• The qualifier tells the parser how the objects are indexed.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• The count tells the outstation how many CROB entries follow.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243063-068B-B554-05CA-8644C5D75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171" y="117464"/>
            <a:ext cx="8929708" cy="87989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E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Object Header, Many CROBs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7D1AA88-A88B-23FD-7899-4836DCB745E7}"/>
              </a:ext>
            </a:extLst>
          </p:cNvPr>
          <p:cNvGrpSpPr/>
          <p:nvPr/>
        </p:nvGrpSpPr>
        <p:grpSpPr>
          <a:xfrm>
            <a:off x="1832218" y="3029872"/>
            <a:ext cx="4650062" cy="1759411"/>
            <a:chOff x="2121930" y="2955505"/>
            <a:chExt cx="6187441" cy="2592910"/>
          </a:xfrm>
        </p:grpSpPr>
        <p:sp>
          <p:nvSpPr>
            <p:cNvPr id="2" name="Text 4">
              <a:extLst>
                <a:ext uri="{FF2B5EF4-FFF2-40B4-BE49-F238E27FC236}">
                  <a16:creationId xmlns:a16="http://schemas.microsoft.com/office/drawing/2014/main" id="{70A46519-AB27-2FBD-058C-54BF96074A31}"/>
                </a:ext>
              </a:extLst>
            </p:cNvPr>
            <p:cNvSpPr/>
            <p:nvPr/>
          </p:nvSpPr>
          <p:spPr>
            <a:xfrm>
              <a:off x="2121930" y="2955505"/>
              <a:ext cx="6187440" cy="45720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/>
                <a:t>Object Header</a:t>
              </a:r>
              <a:endParaRPr lang="en-US" sz="1600" dirty="0"/>
            </a:p>
          </p:txBody>
        </p:sp>
        <p:sp>
          <p:nvSpPr>
            <p:cNvPr id="5" name="Text 5">
              <a:extLst>
                <a:ext uri="{FF2B5EF4-FFF2-40B4-BE49-F238E27FC236}">
                  <a16:creationId xmlns:a16="http://schemas.microsoft.com/office/drawing/2014/main" id="{1468B993-4E48-538E-3E6C-57E9785C5E4B}"/>
                </a:ext>
              </a:extLst>
            </p:cNvPr>
            <p:cNvSpPr/>
            <p:nvPr/>
          </p:nvSpPr>
          <p:spPr>
            <a:xfrm>
              <a:off x="2121931" y="3657600"/>
              <a:ext cx="1173486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/>
                <a:t>Group 12</a:t>
              </a:r>
              <a:endParaRPr lang="en-US" sz="1200" dirty="0"/>
            </a:p>
          </p:txBody>
        </p:sp>
        <p:sp>
          <p:nvSpPr>
            <p:cNvPr id="6" name="Text 6">
              <a:extLst>
                <a:ext uri="{FF2B5EF4-FFF2-40B4-BE49-F238E27FC236}">
                  <a16:creationId xmlns:a16="http://schemas.microsoft.com/office/drawing/2014/main" id="{CFE4CBFA-0F96-224F-82E4-9175E637A276}"/>
                </a:ext>
              </a:extLst>
            </p:cNvPr>
            <p:cNvSpPr/>
            <p:nvPr/>
          </p:nvSpPr>
          <p:spPr>
            <a:xfrm>
              <a:off x="3666251" y="3641402"/>
              <a:ext cx="1176020" cy="45720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/>
                <a:t>Var  1</a:t>
              </a:r>
              <a:endParaRPr lang="en-US" sz="12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CA127716-B9EB-B429-3E99-A2150187C836}"/>
                </a:ext>
              </a:extLst>
            </p:cNvPr>
            <p:cNvSpPr/>
            <p:nvPr/>
          </p:nvSpPr>
          <p:spPr>
            <a:xfrm>
              <a:off x="5256291" y="3657600"/>
              <a:ext cx="137160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/>
                <a:t>Qualifier 0x28</a:t>
              </a:r>
              <a:endParaRPr lang="en-US" sz="1200" dirty="0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E950F4B-F84E-62AF-AC82-E0066A21EDCF}"/>
                </a:ext>
              </a:extLst>
            </p:cNvPr>
            <p:cNvSpPr/>
            <p:nvPr/>
          </p:nvSpPr>
          <p:spPr>
            <a:xfrm>
              <a:off x="7041911" y="3661722"/>
              <a:ext cx="1051560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/>
                <a:t>Count = N</a:t>
              </a:r>
              <a:endParaRPr lang="en-US" sz="1200" dirty="0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0D1FA63C-99A5-3205-9BDF-FA51900CB13D}"/>
                </a:ext>
              </a:extLst>
            </p:cNvPr>
            <p:cNvSpPr/>
            <p:nvPr/>
          </p:nvSpPr>
          <p:spPr>
            <a:xfrm>
              <a:off x="4961651" y="4201160"/>
              <a:ext cx="0" cy="457200"/>
            </a:xfrm>
            <a:prstGeom prst="line">
              <a:avLst/>
            </a:prstGeom>
            <a:noFill/>
            <a:ln w="20320">
              <a:solidFill>
                <a:schemeClr val="tx1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0">
              <a:extLst>
                <a:ext uri="{FF2B5EF4-FFF2-40B4-BE49-F238E27FC236}">
                  <a16:creationId xmlns:a16="http://schemas.microsoft.com/office/drawing/2014/main" id="{BA96DF94-9F89-B1E7-E858-919EFB309C14}"/>
                </a:ext>
              </a:extLst>
            </p:cNvPr>
            <p:cNvSpPr/>
            <p:nvPr/>
          </p:nvSpPr>
          <p:spPr>
            <a:xfrm>
              <a:off x="2121931" y="4800600"/>
              <a:ext cx="1544320" cy="731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lIns="762" tIns="762" rIns="762" bIns="762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200" b="1" dirty="0"/>
                <a:t>CROB 0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/>
                <a:t>index 0 · LATCH_ON</a:t>
              </a:r>
              <a:endParaRPr lang="en-US" sz="1200" dirty="0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60A2F64C-71CE-5734-0D28-63F8EC061E10}"/>
                </a:ext>
              </a:extLst>
            </p:cNvPr>
            <p:cNvSpPr/>
            <p:nvPr/>
          </p:nvSpPr>
          <p:spPr>
            <a:xfrm>
              <a:off x="3960895" y="4800599"/>
              <a:ext cx="1662064" cy="7315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lIns="762" tIns="762" rIns="762" bIns="762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200" b="1" dirty="0"/>
                <a:t>CROB 1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/>
                <a:t>index 1 · LATCH_OFF</a:t>
              </a:r>
              <a:endParaRPr lang="en-US" sz="1200" dirty="0"/>
            </a:p>
          </p:txBody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066DE496-BEE8-399B-A2DC-3359AF8CB9A0}"/>
                </a:ext>
              </a:extLst>
            </p:cNvPr>
            <p:cNvSpPr/>
            <p:nvPr/>
          </p:nvSpPr>
          <p:spPr>
            <a:xfrm>
              <a:off x="7567691" y="4800600"/>
              <a:ext cx="741680" cy="731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b="1" dirty="0"/>
                <a:t>...</a:t>
              </a:r>
              <a:endParaRPr lang="en-US" sz="2000" dirty="0"/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23D16657-07A9-E997-9DC8-C24DDAC0624E}"/>
                </a:ext>
              </a:extLst>
            </p:cNvPr>
            <p:cNvSpPr/>
            <p:nvPr/>
          </p:nvSpPr>
          <p:spPr>
            <a:xfrm>
              <a:off x="5728731" y="4816895"/>
              <a:ext cx="1457960" cy="731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/>
                <a:t>CROB N-1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/>
                <a:t>index N-1</a:t>
              </a:r>
              <a:endParaRPr lang="en-US" sz="1200" dirty="0"/>
            </a:p>
          </p:txBody>
        </p: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C650EF5-27A6-CE69-06D2-8C03D318A017}"/>
              </a:ext>
            </a:extLst>
          </p:cNvPr>
          <p:cNvSpPr txBox="1">
            <a:spLocks/>
          </p:cNvSpPr>
          <p:nvPr/>
        </p:nvSpPr>
        <p:spPr>
          <a:xfrm>
            <a:off x="326571" y="5421213"/>
            <a:ext cx="11259949" cy="1011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•</a:t>
            </a:r>
            <a:r>
              <a:rPr lang="en-US" sz="1700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/>
              <a:t>if the objects are not the same type/format, you need a separate object header for each different set of objects. </a:t>
            </a:r>
            <a:r>
              <a:rPr lang="en-US" sz="1800" dirty="0" err="1"/>
              <a:t>i.e</a:t>
            </a:r>
            <a:r>
              <a:rPr lang="en-US" sz="1800" dirty="0"/>
              <a:t> </a:t>
            </a:r>
            <a:r>
              <a:rPr lang="en-US" sz="1800" b="1" dirty="0">
                <a:solidFill>
                  <a:srgbClr val="00B0F0"/>
                </a:solidFill>
              </a:rPr>
              <a:t>If Objects share the same Group, Variations  and Qualifier.</a:t>
            </a:r>
            <a:endParaRPr lang="en-US" sz="1700" b="1" dirty="0">
              <a:solidFill>
                <a:srgbClr val="00B0F0"/>
              </a:solidFill>
              <a:ea typeface="Arial" pitchFamily="34" charset="-122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6655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6EA0C-6940-D1D7-6229-1A358C3EF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491373"/>
            <a:ext cx="5476875" cy="7112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Experiments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8586E1-395A-AF65-82B1-345BA41455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6034448"/>
              </p:ext>
            </p:extLst>
          </p:nvPr>
        </p:nvGraphicFramePr>
        <p:xfrm>
          <a:off x="412124" y="1571223"/>
          <a:ext cx="10171377" cy="3426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367">
                  <a:extLst>
                    <a:ext uri="{9D8B030D-6E8A-4147-A177-3AD203B41FA5}">
                      <a16:colId xmlns:a16="http://schemas.microsoft.com/office/drawing/2014/main" val="3585295365"/>
                    </a:ext>
                  </a:extLst>
                </a:gridCol>
                <a:gridCol w="3247791">
                  <a:extLst>
                    <a:ext uri="{9D8B030D-6E8A-4147-A177-3AD203B41FA5}">
                      <a16:colId xmlns:a16="http://schemas.microsoft.com/office/drawing/2014/main" val="1254150456"/>
                    </a:ext>
                  </a:extLst>
                </a:gridCol>
                <a:gridCol w="5161219">
                  <a:extLst>
                    <a:ext uri="{9D8B030D-6E8A-4147-A177-3AD203B41FA5}">
                      <a16:colId xmlns:a16="http://schemas.microsoft.com/office/drawing/2014/main" val="1046242238"/>
                    </a:ext>
                  </a:extLst>
                </a:gridCol>
              </a:tblGrid>
              <a:tr h="660403">
                <a:tc>
                  <a:txBody>
                    <a:bodyPr/>
                    <a:lstStyle/>
                    <a:p>
                      <a:r>
                        <a:rPr lang="en-US" dirty="0"/>
                        <a:t>Experiments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Number of CROB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658406"/>
                  </a:ext>
                </a:extLst>
              </a:tr>
              <a:tr h="66040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Index 0 : Latch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  Select and Operate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169226"/>
                  </a:ext>
                </a:extLst>
              </a:tr>
              <a:tr h="66040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Index 1: Latch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Normal  Select and Operate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5337"/>
                  </a:ext>
                </a:extLst>
              </a:tr>
              <a:tr h="78467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Index 0 :Latch ON</a:t>
                      </a:r>
                    </a:p>
                    <a:p>
                      <a:r>
                        <a:rPr lang="en-US" dirty="0"/>
                        <a:t>Index 1 :Latch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CROBs carried in one transaction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283947"/>
                  </a:ext>
                </a:extLst>
              </a:tr>
              <a:tr h="66040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Even Indexes :Latch ON</a:t>
                      </a:r>
                    </a:p>
                    <a:p>
                      <a:r>
                        <a:rPr lang="en-US" dirty="0"/>
                        <a:t>Odd Indexes  : Latch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determine the largest index where failure occurs  (</a:t>
                      </a:r>
                      <a:r>
                        <a:rPr lang="en-US" dirty="0" err="1"/>
                        <a:t>Nmax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9832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37C6CB5-862E-FC82-F22F-FAF3E313398E}"/>
              </a:ext>
            </a:extLst>
          </p:cNvPr>
          <p:cNvSpPr txBox="1"/>
          <p:nvPr/>
        </p:nvSpPr>
        <p:spPr>
          <a:xfrm>
            <a:off x="412124" y="5366164"/>
            <a:ext cx="9964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defined the simulated points and requested CROBs in Python, but OpenDNP3 constructs the DNP3 Group 12 Variation 1 object header, qualifier, count, SELECT/OPERATE messages, and response processing.</a:t>
            </a:r>
          </a:p>
        </p:txBody>
      </p:sp>
    </p:spTree>
    <p:extLst>
      <p:ext uri="{BB962C8B-B14F-4D97-AF65-F5344CB8AC3E}">
        <p14:creationId xmlns:p14="http://schemas.microsoft.com/office/powerpoint/2010/main" val="4026340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E8A27-0E5B-6919-DA50-F41F3767D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11" y="1361985"/>
            <a:ext cx="4622443" cy="1690308"/>
          </a:xfrm>
        </p:spPr>
        <p:txBody>
          <a:bodyPr/>
          <a:lstStyle/>
          <a:p>
            <a:r>
              <a:rPr lang="en-US" dirty="0"/>
              <a:t>Count =2</a:t>
            </a:r>
          </a:p>
          <a:p>
            <a:r>
              <a:rPr lang="en-US" dirty="0"/>
              <a:t>SBO transaction works</a:t>
            </a:r>
          </a:p>
          <a:p>
            <a:r>
              <a:rPr lang="en-US" dirty="0"/>
              <a:t>Latch ON and OFF sent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9D3530-E5C3-6D12-4AA1-0187BF0F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11" y="18256"/>
            <a:ext cx="7275490" cy="108932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work? Yes!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F12F89-BCA5-50EF-0E93-3FA5DEB6B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304843"/>
            <a:ext cx="5836467" cy="615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21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8731" y="281412"/>
            <a:ext cx="11118813" cy="100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many Multiple CROB’s can DNP3 handle? - </a:t>
            </a:r>
            <a:r>
              <a:rPr lang="en-US" sz="4000" b="1" dirty="0" err="1">
                <a:solidFill>
                  <a:srgbClr val="FF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Nmax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6A67529-9AE4-202C-1AB1-B0107BB2380D}"/>
              </a:ext>
            </a:extLst>
          </p:cNvPr>
          <p:cNvSpPr txBox="1">
            <a:spLocks/>
          </p:cNvSpPr>
          <p:nvPr/>
        </p:nvSpPr>
        <p:spPr>
          <a:xfrm>
            <a:off x="285269" y="1572472"/>
            <a:ext cx="4937530" cy="50041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At Count = 17,  Index 16 req is not accepted</a:t>
            </a:r>
          </a:p>
          <a:p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carries Group 12 Variation 1, qualifier 0x28, Count = 17.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outstation response accepts indexes 0–15.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seventeenth CROB, index 16, returns TOO_MANY_OPS.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Because SELECT did not fully succeed, the master sends no OPERATE.</a:t>
            </a:r>
            <a:endParaRPr lang="en-US" dirty="0"/>
          </a:p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DA435E6-1C9F-30AD-0407-52E4D7BA86FB}"/>
              </a:ext>
            </a:extLst>
          </p:cNvPr>
          <p:cNvGrpSpPr/>
          <p:nvPr/>
        </p:nvGrpSpPr>
        <p:grpSpPr>
          <a:xfrm>
            <a:off x="5574816" y="1219857"/>
            <a:ext cx="6440556" cy="5104311"/>
            <a:chOff x="5534108" y="1017342"/>
            <a:chExt cx="6839924" cy="527966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7EED2E3-ED11-5717-0974-0B9F00AB4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34108" y="1017342"/>
              <a:ext cx="6839924" cy="5279665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09205CC-15C0-390B-1B7F-B0AF1BF71395}"/>
                </a:ext>
              </a:extLst>
            </p:cNvPr>
            <p:cNvSpPr/>
            <p:nvPr/>
          </p:nvSpPr>
          <p:spPr>
            <a:xfrm>
              <a:off x="5907819" y="5072932"/>
              <a:ext cx="4659464" cy="116089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 w="19050">
                  <a:solidFill>
                    <a:srgbClr val="FF0000"/>
                  </a:solidFill>
                </a:ln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6FC2EF-9D69-6622-7B4B-CCD27DF5F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559" y="139087"/>
            <a:ext cx="8287506" cy="659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883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AB65A-CBF2-C781-2639-F172F91A3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Question/ Next Steps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635616-9744-5F5E-69C8-6D5710F25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multiple Groups and Variations in headers that will lead to multi-objects – Mixed object header.</a:t>
            </a:r>
          </a:p>
        </p:txBody>
      </p:sp>
    </p:spTree>
    <p:extLst>
      <p:ext uri="{BB962C8B-B14F-4D97-AF65-F5344CB8AC3E}">
        <p14:creationId xmlns:p14="http://schemas.microsoft.com/office/powerpoint/2010/main" val="3527997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4D306C9897134FACF27B179762B120" ma:contentTypeVersion="7" ma:contentTypeDescription="Create a new document." ma:contentTypeScope="" ma:versionID="aab4c5950993948bd5fa66aec2f02495">
  <xsd:schema xmlns:xsd="http://www.w3.org/2001/XMLSchema" xmlns:xs="http://www.w3.org/2001/XMLSchema" xmlns:p="http://schemas.microsoft.com/office/2006/metadata/properties" xmlns:ns2="d39cc299-67e3-4512-a083-2ba824965871" targetNamespace="http://schemas.microsoft.com/office/2006/metadata/properties" ma:root="true" ma:fieldsID="bd59c59de40e4b3183f27dbe09430bc6" ns2:_="">
    <xsd:import namespace="d39cc299-67e3-4512-a083-2ba8249658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9cc299-67e3-4512-a083-2ba8249658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888D8F-FA32-4EF6-B1BD-CB195255E02D}">
  <ds:schemaRefs>
    <ds:schemaRef ds:uri="http://schemas.microsoft.com/office/2006/documentManagement/types"/>
    <ds:schemaRef ds:uri="d39cc299-67e3-4512-a083-2ba824965871"/>
    <ds:schemaRef ds:uri="http://schemas.microsoft.com/office/infopath/2007/PartnerControls"/>
    <ds:schemaRef ds:uri="http://purl.org/dc/dcmitype/"/>
    <ds:schemaRef ds:uri="http://www.w3.org/XML/1998/namespace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4D63DAC-B8AF-4C1B-A3EA-CF930065B8D3}">
  <ds:schemaRefs>
    <ds:schemaRef ds:uri="d39cc299-67e3-4512-a083-2ba82496587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6F6418C-295D-4045-BD2F-D63BF6DB90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282</TotalTime>
  <Words>518</Words>
  <Application>Microsoft Office PowerPoint</Application>
  <PresentationFormat>Widescreen</PresentationFormat>
  <Paragraphs>84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Week 7  07/07/2026 </vt:lpstr>
      <vt:lpstr>Pick Up From Week 4 –06/09/2026</vt:lpstr>
      <vt:lpstr>Reading 1</vt:lpstr>
      <vt:lpstr>DNP3 Control Model</vt:lpstr>
      <vt:lpstr>One Object Header, Many CROBs</vt:lpstr>
      <vt:lpstr>Experiments </vt:lpstr>
      <vt:lpstr>Does it work? Yes!</vt:lpstr>
      <vt:lpstr>PowerPoint Presentation</vt:lpstr>
      <vt:lpstr>PowerPoint Presentation</vt:lpstr>
      <vt:lpstr>Question/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Philip Akekudaga</cp:lastModifiedBy>
  <cp:revision>29</cp:revision>
  <dcterms:created xsi:type="dcterms:W3CDTF">2026-04-22T14:46:58Z</dcterms:created>
  <dcterms:modified xsi:type="dcterms:W3CDTF">2026-07-07T17:02:37Z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0x010100DD4D306C9897134FACF27B179762B120</vt:lpwstr>
  </property>
</Properties>
</file>